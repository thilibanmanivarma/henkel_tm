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heme/theme3.xml" ContentType="application/vnd.openxmlformats-officedocument.them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723" r:id="rId5"/>
  </p:sldMasterIdLst>
  <p:notesMasterIdLst>
    <p:notesMasterId r:id="rId12"/>
  </p:notesMasterIdLst>
  <p:sldIdLst>
    <p:sldId id="256" r:id="rId6"/>
    <p:sldId id="2147481583" r:id="rId7"/>
    <p:sldId id="2147481418" r:id="rId8"/>
    <p:sldId id="2147481582" r:id="rId9"/>
    <p:sldId id="2147481585" r:id="rId10"/>
    <p:sldId id="2147481584" r:id="rId11"/>
  </p:sldIdLst>
  <p:sldSz cx="12192000" cy="6858000"/>
  <p:notesSz cx="6858000" cy="9144000"/>
  <p:embeddedFontLst>
    <p:embeddedFont>
      <p:font typeface="Avenir Next LT Pro" panose="020B0504020202020204" pitchFamily="34" charset="0"/>
      <p:regular r:id="rId13"/>
      <p:bold r:id="rId14"/>
      <p:italic r:id="rId15"/>
      <p:boldItalic r:id="rId16"/>
    </p:embeddedFont>
    <p:embeddedFont>
      <p:font typeface="Avenir Next LT Pro Demi" panose="020B0704020202020204" pitchFamily="34" charset="0"/>
      <p:regular r:id="rId17"/>
      <p:bold r:id="rId18"/>
      <p:italic r:id="rId19"/>
      <p:boldItalic r:id="rId20"/>
    </p:embeddedFont>
    <p:embeddedFont>
      <p:font typeface="Raleway SemiBold" pitchFamily="2" charset="0"/>
      <p:regular r:id="rId21"/>
      <p:bold r:id="rId22"/>
      <p:italic r:id="rId23"/>
      <p:boldItalic r:id="rId24"/>
    </p:embeddedFont>
  </p:embeddedFontLst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" id="{C91E03EF-EE36-4D90-9A27-834ED3BBE40D}">
          <p14:sldIdLst>
            <p14:sldId id="256"/>
            <p14:sldId id="2147481583"/>
            <p14:sldId id="2147481418"/>
            <p14:sldId id="2147481582"/>
            <p14:sldId id="2147481585"/>
            <p14:sldId id="21474815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C637DE7-7445-DBA3-B1A8-244573E4D4F3}" name="Edward Boustred" initials="EB" userId="S::edward@hypepresentations.com::e8002f23-da04-41f4-b8c6-cf183e0e09b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93"/>
    <a:srgbClr val="000000"/>
    <a:srgbClr val="00FFFF"/>
    <a:srgbClr val="FF33CC"/>
    <a:srgbClr val="04AC78"/>
    <a:srgbClr val="0000FF"/>
    <a:srgbClr val="EDF0F8"/>
    <a:srgbClr val="FEFDED"/>
    <a:srgbClr val="F7FAF4"/>
    <a:srgbClr val="7F9B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0E3FDE45-AF77-4B5C-9715-49D594BDF05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font" Target="fonts/font9.fntdata"/><Relationship Id="rId7" Type="http://schemas.openxmlformats.org/officeDocument/2006/relationships/slide" Target="slides/slide2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12.fntdata"/><Relationship Id="rId5" Type="http://schemas.openxmlformats.org/officeDocument/2006/relationships/slideMaster" Target="slideMasters/slideMaster2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font" Target="fonts/font7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A94BBC-AA33-4951-9919-C8CFE538759C}" type="datetimeFigureOut">
              <a:rPr lang="en-GB" smtClean="0"/>
              <a:t>30/09/2026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2613A3-7E3A-4DC9-9BB1-53A6383DED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4629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2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5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5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5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5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5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5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5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0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5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5.sv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5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4" Type="http://schemas.openxmlformats.org/officeDocument/2006/relationships/image" Target="../media/image12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5" Type="http://schemas.openxmlformats.org/officeDocument/2006/relationships/image" Target="../media/image12.svg"/><Relationship Id="rId4" Type="http://schemas.openxmlformats.org/officeDocument/2006/relationships/image" Target="../media/image1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7.xml"/><Relationship Id="rId4" Type="http://schemas.openxmlformats.org/officeDocument/2006/relationships/image" Target="../media/image12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8.xml"/><Relationship Id="rId4" Type="http://schemas.openxmlformats.org/officeDocument/2006/relationships/image" Target="../media/image14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9.xml"/><Relationship Id="rId4" Type="http://schemas.openxmlformats.org/officeDocument/2006/relationships/image" Target="../media/image14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0.xml"/><Relationship Id="rId4" Type="http://schemas.openxmlformats.org/officeDocument/2006/relationships/image" Target="../media/image14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1.xml"/><Relationship Id="rId4" Type="http://schemas.openxmlformats.org/officeDocument/2006/relationships/image" Target="../media/image14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2.xml"/><Relationship Id="rId4" Type="http://schemas.openxmlformats.org/officeDocument/2006/relationships/image" Target="../media/image14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Relationship Id="rId4" Type="http://schemas.openxmlformats.org/officeDocument/2006/relationships/image" Target="../media/image14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4" Type="http://schemas.openxmlformats.org/officeDocument/2006/relationships/image" Target="../media/image14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5.xml"/><Relationship Id="rId4" Type="http://schemas.openxmlformats.org/officeDocument/2006/relationships/image" Target="../media/image14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6.xml"/><Relationship Id="rId4" Type="http://schemas.openxmlformats.org/officeDocument/2006/relationships/image" Target="../media/image14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7.xml"/><Relationship Id="rId4" Type="http://schemas.openxmlformats.org/officeDocument/2006/relationships/image" Target="../media/image14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8.xml"/><Relationship Id="rId4" Type="http://schemas.openxmlformats.org/officeDocument/2006/relationships/image" Target="../media/image14.sv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9.xml"/><Relationship Id="rId4" Type="http://schemas.openxmlformats.org/officeDocument/2006/relationships/image" Target="../media/image15.sv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0.xml"/><Relationship Id="rId4" Type="http://schemas.openxmlformats.org/officeDocument/2006/relationships/image" Target="../media/image15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1.xml"/><Relationship Id="rId4" Type="http://schemas.openxmlformats.org/officeDocument/2006/relationships/image" Target="../media/image14.svg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2.xml"/><Relationship Id="rId4" Type="http://schemas.openxmlformats.org/officeDocument/2006/relationships/image" Target="../media/image14.svg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3.xml"/><Relationship Id="rId4" Type="http://schemas.openxmlformats.org/officeDocument/2006/relationships/image" Target="../media/image14.sv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4.xml"/><Relationship Id="rId4" Type="http://schemas.openxmlformats.org/officeDocument/2006/relationships/image" Target="../media/image14.sv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45.xml"/><Relationship Id="rId4" Type="http://schemas.openxmlformats.org/officeDocument/2006/relationships/image" Target="../media/image14.svg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52CF4A7-BBD0-B021-4B98-4C7B6FDF4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6285291" cy="1802765"/>
          </a:xfrm>
        </p:spPr>
        <p:txBody>
          <a:bodyPr anchor="t"/>
          <a:lstStyle>
            <a:lvl1pPr>
              <a:lnSpc>
                <a:spcPct val="100000"/>
              </a:lnSpc>
              <a:defRPr sz="41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0D0B602-0438-BC75-14FB-6164994806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309" y="5968458"/>
            <a:ext cx="2698750" cy="419100"/>
          </a:xfrm>
        </p:spPr>
        <p:txBody>
          <a:bodyPr/>
          <a:lstStyle>
            <a:lvl1pPr>
              <a:defRPr sz="2200" b="0"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/>
              <a:t>Presenter name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BDFDE7A-2C04-8077-A69B-44ACF206F1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6750" y="5882816"/>
            <a:ext cx="2340000" cy="216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3547F34-6A9C-95F8-E4AE-417E940083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2583" y="320671"/>
            <a:ext cx="1275416" cy="792542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D6CA61-7DFB-16E7-56C2-CB44A73C81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94052" y="-474314"/>
            <a:ext cx="6555488" cy="9428721"/>
          </a:xfrm>
          <a:custGeom>
            <a:avLst/>
            <a:gdLst>
              <a:gd name="connsiteX0" fmla="*/ 5530975 w 6555488"/>
              <a:gd name="connsiteY0" fmla="*/ 1118 h 9428721"/>
              <a:gd name="connsiteX1" fmla="*/ 6037023 w 6555488"/>
              <a:gd name="connsiteY1" fmla="*/ 152797 h 9428721"/>
              <a:gd name="connsiteX2" fmla="*/ 6400939 w 6555488"/>
              <a:gd name="connsiteY2" fmla="*/ 1608963 h 9428721"/>
              <a:gd name="connsiteX3" fmla="*/ 1998930 w 6555488"/>
              <a:gd name="connsiteY3" fmla="*/ 8918457 h 9428721"/>
              <a:gd name="connsiteX4" fmla="*/ 517754 w 6555488"/>
              <a:gd name="connsiteY4" fmla="*/ 9276240 h 9428721"/>
              <a:gd name="connsiteX5" fmla="*/ 519004 w 6555488"/>
              <a:gd name="connsiteY5" fmla="*/ 9275009 h 9428721"/>
              <a:gd name="connsiteX6" fmla="*/ 155151 w 6555488"/>
              <a:gd name="connsiteY6" fmla="*/ 7820074 h 9428721"/>
              <a:gd name="connsiteX7" fmla="*/ 4557097 w 6555488"/>
              <a:gd name="connsiteY7" fmla="*/ 510517 h 9428721"/>
              <a:gd name="connsiteX8" fmla="*/ 5530975 w 6555488"/>
              <a:gd name="connsiteY8" fmla="*/ 1118 h 942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55488" h="9428721">
                <a:moveTo>
                  <a:pt x="5530975" y="1118"/>
                </a:moveTo>
                <a:cubicBezTo>
                  <a:pt x="5704696" y="8964"/>
                  <a:pt x="5878669" y="58253"/>
                  <a:pt x="6037023" y="152797"/>
                </a:cubicBezTo>
                <a:cubicBezTo>
                  <a:pt x="6543754" y="454106"/>
                  <a:pt x="6707391" y="1109569"/>
                  <a:pt x="6400939" y="1608963"/>
                </a:cubicBezTo>
                <a:lnTo>
                  <a:pt x="1998930" y="8918457"/>
                </a:lnTo>
                <a:cubicBezTo>
                  <a:pt x="1692415" y="9416682"/>
                  <a:pt x="1025736" y="9578718"/>
                  <a:pt x="517754" y="9276240"/>
                </a:cubicBezTo>
                <a:lnTo>
                  <a:pt x="519004" y="9275009"/>
                </a:lnTo>
                <a:cubicBezTo>
                  <a:pt x="12273" y="8973699"/>
                  <a:pt x="-152615" y="8318238"/>
                  <a:pt x="155151" y="7820074"/>
                </a:cubicBezTo>
                <a:lnTo>
                  <a:pt x="4557097" y="510517"/>
                </a:lnTo>
                <a:cubicBezTo>
                  <a:pt x="4767826" y="167184"/>
                  <a:pt x="5148789" y="-16142"/>
                  <a:pt x="5530975" y="111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0"/>
                </a:schemeClr>
              </a:gs>
              <a:gs pos="31500">
                <a:schemeClr val="accent2">
                  <a:alpha val="20000"/>
                </a:schemeClr>
              </a:gs>
              <a:gs pos="76000">
                <a:schemeClr val="accent1">
                  <a:alpha val="40000"/>
                </a:schemeClr>
              </a:gs>
              <a:gs pos="100000">
                <a:srgbClr val="0E2881">
                  <a:alpha val="6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/>
              <a:t> </a:t>
            </a:r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85FB2F1-25C7-BF5F-702A-C26946D136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85030" y="2038363"/>
            <a:ext cx="11081646" cy="6924570"/>
          </a:xfrm>
          <a:custGeom>
            <a:avLst/>
            <a:gdLst>
              <a:gd name="connsiteX0" fmla="*/ 10005975 w 11081646"/>
              <a:gd name="connsiteY0" fmla="*/ 19 h 6924570"/>
              <a:gd name="connsiteX1" fmla="*/ 10952667 w 11081646"/>
              <a:gd name="connsiteY1" fmla="*/ 557767 h 6924570"/>
              <a:gd name="connsiteX2" fmla="*/ 10953856 w 11081646"/>
              <a:gd name="connsiteY2" fmla="*/ 556598 h 6924570"/>
              <a:gd name="connsiteX3" fmla="*/ 10514280 w 11081646"/>
              <a:gd name="connsiteY3" fmla="*/ 1992341 h 6924570"/>
              <a:gd name="connsiteX4" fmla="*/ 5445592 w 11081646"/>
              <a:gd name="connsiteY4" fmla="*/ 4730580 h 6924570"/>
              <a:gd name="connsiteX5" fmla="*/ 5419956 w 11081646"/>
              <a:gd name="connsiteY5" fmla="*/ 4740176 h 6924570"/>
              <a:gd name="connsiteX6" fmla="*/ 1588207 w 11081646"/>
              <a:gd name="connsiteY6" fmla="*/ 6798961 h 6924570"/>
              <a:gd name="connsiteX7" fmla="*/ 127791 w 11081646"/>
              <a:gd name="connsiteY7" fmla="*/ 6366743 h 6924570"/>
              <a:gd name="connsiteX8" fmla="*/ 567366 w 11081646"/>
              <a:gd name="connsiteY8" fmla="*/ 4931063 h 6924570"/>
              <a:gd name="connsiteX9" fmla="*/ 8845081 w 11081646"/>
              <a:gd name="connsiteY9" fmla="*/ 485792 h 6924570"/>
              <a:gd name="connsiteX10" fmla="*/ 8869466 w 11081646"/>
              <a:gd name="connsiteY10" fmla="*/ 474965 h 6924570"/>
              <a:gd name="connsiteX11" fmla="*/ 9492251 w 11081646"/>
              <a:gd name="connsiteY11" fmla="*/ 125611 h 6924570"/>
              <a:gd name="connsiteX12" fmla="*/ 10005975 w 11081646"/>
              <a:gd name="connsiteY12" fmla="*/ 19 h 692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081646" h="6924570">
                <a:moveTo>
                  <a:pt x="10005975" y="19"/>
                </a:moveTo>
                <a:cubicBezTo>
                  <a:pt x="10388719" y="2243"/>
                  <a:pt x="10759563" y="204537"/>
                  <a:pt x="10952667" y="557767"/>
                </a:cubicBezTo>
                <a:lnTo>
                  <a:pt x="10953856" y="556598"/>
                </a:lnTo>
                <a:cubicBezTo>
                  <a:pt x="11234733" y="1070387"/>
                  <a:pt x="11036894" y="1716253"/>
                  <a:pt x="10514280" y="1992341"/>
                </a:cubicBezTo>
                <a:lnTo>
                  <a:pt x="5445592" y="4730580"/>
                </a:lnTo>
                <a:cubicBezTo>
                  <a:pt x="5437026" y="4734147"/>
                  <a:pt x="5428522" y="4736547"/>
                  <a:pt x="5419956" y="4740176"/>
                </a:cubicBezTo>
                <a:lnTo>
                  <a:pt x="1588207" y="6798961"/>
                </a:lnTo>
                <a:cubicBezTo>
                  <a:pt x="1065594" y="7075049"/>
                  <a:pt x="408669" y="6880594"/>
                  <a:pt x="127791" y="6366743"/>
                </a:cubicBezTo>
                <a:cubicBezTo>
                  <a:pt x="-153088" y="5852954"/>
                  <a:pt x="44753" y="5207151"/>
                  <a:pt x="567366" y="4931063"/>
                </a:cubicBezTo>
                <a:lnTo>
                  <a:pt x="8845081" y="485792"/>
                </a:lnTo>
                <a:cubicBezTo>
                  <a:pt x="8852396" y="480994"/>
                  <a:pt x="8860963" y="478595"/>
                  <a:pt x="8869466" y="474965"/>
                </a:cubicBezTo>
                <a:lnTo>
                  <a:pt x="9492251" y="125611"/>
                </a:lnTo>
                <a:cubicBezTo>
                  <a:pt x="9655567" y="39334"/>
                  <a:pt x="9832000" y="-992"/>
                  <a:pt x="10005975" y="1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0"/>
                </a:schemeClr>
              </a:gs>
              <a:gs pos="31500">
                <a:schemeClr val="accent2">
                  <a:alpha val="20000"/>
                </a:schemeClr>
              </a:gs>
              <a:gs pos="76000">
                <a:schemeClr val="accent1">
                  <a:alpha val="30000"/>
                </a:schemeClr>
              </a:gs>
              <a:gs pos="100000">
                <a:srgbClr val="0E2881">
                  <a:alpha val="2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/>
              <a:t> </a:t>
            </a:r>
            <a:endParaRPr lang="en-GB"/>
          </a:p>
        </p:txBody>
      </p:sp>
      <p:sp>
        <p:nvSpPr>
          <p:cNvPr id="4" name="Placeholder">
            <a:extLst>
              <a:ext uri="{FF2B5EF4-FFF2-40B4-BE49-F238E27FC236}">
                <a16:creationId xmlns:a16="http://schemas.microsoft.com/office/drawing/2014/main" id="{EDCE5AC8-9615-BCB5-791B-333A91AB37B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94069" y="-474268"/>
            <a:ext cx="11081602" cy="9430662"/>
          </a:xfrm>
          <a:custGeom>
            <a:avLst/>
            <a:gdLst>
              <a:gd name="connsiteX0" fmla="*/ 5478813 w 11081602"/>
              <a:gd name="connsiteY0" fmla="*/ 3140009 h 9430662"/>
              <a:gd name="connsiteX1" fmla="*/ 4003536 w 11081602"/>
              <a:gd name="connsiteY1" fmla="*/ 5589779 h 9430662"/>
              <a:gd name="connsiteX2" fmla="*/ 4003391 w 11081602"/>
              <a:gd name="connsiteY2" fmla="*/ 5589857 h 9430662"/>
              <a:gd name="connsiteX3" fmla="*/ 4003453 w 11081602"/>
              <a:gd name="connsiteY3" fmla="*/ 5589918 h 9430662"/>
              <a:gd name="connsiteX4" fmla="*/ 4003536 w 11081602"/>
              <a:gd name="connsiteY4" fmla="*/ 5589779 h 9430662"/>
              <a:gd name="connsiteX5" fmla="*/ 6233094 w 11081602"/>
              <a:gd name="connsiteY5" fmla="*/ 4392493 h 9430662"/>
              <a:gd name="connsiteX6" fmla="*/ 5478875 w 11081602"/>
              <a:gd name="connsiteY6" fmla="*/ 4 h 9430662"/>
              <a:gd name="connsiteX7" fmla="*/ 6037068 w 11081602"/>
              <a:gd name="connsiteY7" fmla="*/ 152750 h 9430662"/>
              <a:gd name="connsiteX8" fmla="*/ 6065893 w 11081602"/>
              <a:gd name="connsiteY8" fmla="*/ 170590 h 9430662"/>
              <a:gd name="connsiteX9" fmla="*/ 6077149 w 11081602"/>
              <a:gd name="connsiteY9" fmla="*/ 177911 h 9430662"/>
              <a:gd name="connsiteX10" fmla="*/ 6085277 w 11081602"/>
              <a:gd name="connsiteY10" fmla="*/ 183262 h 9430662"/>
              <a:gd name="connsiteX11" fmla="*/ 6401796 w 11081602"/>
              <a:gd name="connsiteY11" fmla="*/ 510532 h 9430662"/>
              <a:gd name="connsiteX12" fmla="*/ 8126896 w 11081602"/>
              <a:gd name="connsiteY12" fmla="*/ 3375557 h 9430662"/>
              <a:gd name="connsiteX13" fmla="*/ 8845037 w 11081602"/>
              <a:gd name="connsiteY13" fmla="*/ 2989908 h 9430662"/>
              <a:gd name="connsiteX14" fmla="*/ 8869422 w 11081602"/>
              <a:gd name="connsiteY14" fmla="*/ 2979081 h 9430662"/>
              <a:gd name="connsiteX15" fmla="*/ 9492207 w 11081602"/>
              <a:gd name="connsiteY15" fmla="*/ 2629726 h 9430662"/>
              <a:gd name="connsiteX16" fmla="*/ 10952623 w 11081602"/>
              <a:gd name="connsiteY16" fmla="*/ 3061882 h 9430662"/>
              <a:gd name="connsiteX17" fmla="*/ 10953812 w 11081602"/>
              <a:gd name="connsiteY17" fmla="*/ 3060652 h 9430662"/>
              <a:gd name="connsiteX18" fmla="*/ 10514236 w 11081602"/>
              <a:gd name="connsiteY18" fmla="*/ 4496395 h 9430662"/>
              <a:gd name="connsiteX19" fmla="*/ 9222146 w 11081602"/>
              <a:gd name="connsiteY19" fmla="*/ 5194426 h 9430662"/>
              <a:gd name="connsiteX20" fmla="*/ 10803805 w 11081602"/>
              <a:gd name="connsiteY20" fmla="*/ 7821196 h 9430662"/>
              <a:gd name="connsiteX21" fmla="*/ 10956562 w 11081602"/>
              <a:gd name="connsiteY21" fmla="*/ 8306441 h 9430662"/>
              <a:gd name="connsiteX22" fmla="*/ 10958688 w 11081602"/>
              <a:gd name="connsiteY22" fmla="*/ 8372510 h 9430662"/>
              <a:gd name="connsiteX23" fmla="*/ 9882322 w 11081602"/>
              <a:gd name="connsiteY23" fmla="*/ 9430662 h 9430662"/>
              <a:gd name="connsiteX24" fmla="*/ 9209891 w 11081602"/>
              <a:gd name="connsiteY24" fmla="*/ 9198682 h 9430662"/>
              <a:gd name="connsiteX25" fmla="*/ 9199073 w 11081602"/>
              <a:gd name="connsiteY25" fmla="*/ 9190131 h 9430662"/>
              <a:gd name="connsiteX26" fmla="*/ 9196884 w 11081602"/>
              <a:gd name="connsiteY26" fmla="*/ 9188408 h 9430662"/>
              <a:gd name="connsiteX27" fmla="*/ 8958713 w 11081602"/>
              <a:gd name="connsiteY27" fmla="*/ 8918472 h 9430662"/>
              <a:gd name="connsiteX28" fmla="*/ 7331221 w 11081602"/>
              <a:gd name="connsiteY28" fmla="*/ 6216036 h 9430662"/>
              <a:gd name="connsiteX29" fmla="*/ 5445548 w 11081602"/>
              <a:gd name="connsiteY29" fmla="*/ 7234756 h 9430662"/>
              <a:gd name="connsiteX30" fmla="*/ 5419911 w 11081602"/>
              <a:gd name="connsiteY30" fmla="*/ 7244353 h 9430662"/>
              <a:gd name="connsiteX31" fmla="*/ 1588162 w 11081602"/>
              <a:gd name="connsiteY31" fmla="*/ 9303137 h 9430662"/>
              <a:gd name="connsiteX32" fmla="*/ 1079994 w 11081602"/>
              <a:gd name="connsiteY32" fmla="*/ 9428693 h 9430662"/>
              <a:gd name="connsiteX33" fmla="*/ 1074929 w 11081602"/>
              <a:gd name="connsiteY33" fmla="*/ 9428693 h 9430662"/>
              <a:gd name="connsiteX34" fmla="*/ 1073615 w 11081602"/>
              <a:gd name="connsiteY34" fmla="*/ 9428693 h 9430662"/>
              <a:gd name="connsiteX35" fmla="*/ 517736 w 11081602"/>
              <a:gd name="connsiteY35" fmla="*/ 9276255 h 9430662"/>
              <a:gd name="connsiteX36" fmla="*/ 518987 w 11081602"/>
              <a:gd name="connsiteY36" fmla="*/ 9275024 h 9430662"/>
              <a:gd name="connsiteX37" fmla="*/ 514610 w 11081602"/>
              <a:gd name="connsiteY37" fmla="*/ 9272317 h 9430662"/>
              <a:gd name="connsiteX38" fmla="*/ 498165 w 11081602"/>
              <a:gd name="connsiteY38" fmla="*/ 9262229 h 9430662"/>
              <a:gd name="connsiteX39" fmla="*/ 493788 w 11081602"/>
              <a:gd name="connsiteY39" fmla="*/ 9259461 h 9430662"/>
              <a:gd name="connsiteX40" fmla="*/ 127746 w 11081602"/>
              <a:gd name="connsiteY40" fmla="*/ 8870858 h 9430662"/>
              <a:gd name="connsiteX41" fmla="*/ 0 w 11081602"/>
              <a:gd name="connsiteY41" fmla="*/ 8372264 h 9430662"/>
              <a:gd name="connsiteX42" fmla="*/ 0 w 11081602"/>
              <a:gd name="connsiteY42" fmla="*/ 8366667 h 9430662"/>
              <a:gd name="connsiteX43" fmla="*/ 0 w 11081602"/>
              <a:gd name="connsiteY43" fmla="*/ 8364390 h 9430662"/>
              <a:gd name="connsiteX44" fmla="*/ 155071 w 11081602"/>
              <a:gd name="connsiteY44" fmla="*/ 7820027 h 9430662"/>
              <a:gd name="connsiteX45" fmla="*/ 4557081 w 11081602"/>
              <a:gd name="connsiteY45" fmla="*/ 510471 h 9430662"/>
              <a:gd name="connsiteX46" fmla="*/ 4727220 w 11081602"/>
              <a:gd name="connsiteY46" fmla="*/ 299714 h 9430662"/>
              <a:gd name="connsiteX47" fmla="*/ 4731348 w 11081602"/>
              <a:gd name="connsiteY47" fmla="*/ 295838 h 9430662"/>
              <a:gd name="connsiteX48" fmla="*/ 4745416 w 11081602"/>
              <a:gd name="connsiteY48" fmla="*/ 282735 h 9430662"/>
              <a:gd name="connsiteX49" fmla="*/ 4920683 w 11081602"/>
              <a:gd name="connsiteY49" fmla="*/ 152750 h 9430662"/>
              <a:gd name="connsiteX50" fmla="*/ 5478875 w 11081602"/>
              <a:gd name="connsiteY50" fmla="*/ 4 h 943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1081602" h="9430662">
                <a:moveTo>
                  <a:pt x="5478813" y="3140009"/>
                </a:moveTo>
                <a:lnTo>
                  <a:pt x="4003536" y="5589779"/>
                </a:lnTo>
                <a:lnTo>
                  <a:pt x="4003391" y="5589857"/>
                </a:lnTo>
                <a:lnTo>
                  <a:pt x="4003453" y="5589918"/>
                </a:lnTo>
                <a:lnTo>
                  <a:pt x="4003536" y="5589779"/>
                </a:lnTo>
                <a:lnTo>
                  <a:pt x="6233094" y="4392493"/>
                </a:lnTo>
                <a:close/>
                <a:moveTo>
                  <a:pt x="5478875" y="4"/>
                </a:moveTo>
                <a:cubicBezTo>
                  <a:pt x="5669775" y="-488"/>
                  <a:pt x="5862863" y="48787"/>
                  <a:pt x="6037068" y="152750"/>
                </a:cubicBezTo>
                <a:cubicBezTo>
                  <a:pt x="6046822" y="158533"/>
                  <a:pt x="6056389" y="164500"/>
                  <a:pt x="6065893" y="170590"/>
                </a:cubicBezTo>
                <a:cubicBezTo>
                  <a:pt x="6069645" y="172989"/>
                  <a:pt x="6073397" y="175450"/>
                  <a:pt x="6077149" y="177911"/>
                </a:cubicBezTo>
                <a:cubicBezTo>
                  <a:pt x="6079837" y="179695"/>
                  <a:pt x="6082589" y="181478"/>
                  <a:pt x="6085277" y="183262"/>
                </a:cubicBezTo>
                <a:cubicBezTo>
                  <a:pt x="6210022" y="266187"/>
                  <a:pt x="6318946" y="376056"/>
                  <a:pt x="6401796" y="510532"/>
                </a:cubicBezTo>
                <a:lnTo>
                  <a:pt x="8126896" y="3375557"/>
                </a:lnTo>
                <a:lnTo>
                  <a:pt x="8845037" y="2989908"/>
                </a:lnTo>
                <a:cubicBezTo>
                  <a:pt x="8852352" y="2985109"/>
                  <a:pt x="8860918" y="2982710"/>
                  <a:pt x="8869422" y="2979081"/>
                </a:cubicBezTo>
                <a:lnTo>
                  <a:pt x="9492207" y="2629726"/>
                </a:lnTo>
                <a:cubicBezTo>
                  <a:pt x="10014820" y="2353639"/>
                  <a:pt x="10671745" y="2548094"/>
                  <a:pt x="10952623" y="3061882"/>
                </a:cubicBezTo>
                <a:lnTo>
                  <a:pt x="10953812" y="3060652"/>
                </a:lnTo>
                <a:cubicBezTo>
                  <a:pt x="11234689" y="3574441"/>
                  <a:pt x="11036850" y="4220307"/>
                  <a:pt x="10514236" y="4496395"/>
                </a:cubicBezTo>
                <a:lnTo>
                  <a:pt x="9222146" y="5194426"/>
                </a:lnTo>
                <a:lnTo>
                  <a:pt x="10803805" y="7821196"/>
                </a:lnTo>
                <a:cubicBezTo>
                  <a:pt x="10897286" y="7973204"/>
                  <a:pt x="10946933" y="8139731"/>
                  <a:pt x="10956562" y="8306441"/>
                </a:cubicBezTo>
                <a:cubicBezTo>
                  <a:pt x="10957938" y="8328280"/>
                  <a:pt x="10958688" y="8350303"/>
                  <a:pt x="10958688" y="8372510"/>
                </a:cubicBezTo>
                <a:cubicBezTo>
                  <a:pt x="10958688" y="8956797"/>
                  <a:pt x="10476656" y="9430662"/>
                  <a:pt x="9882322" y="9430662"/>
                </a:cubicBezTo>
                <a:cubicBezTo>
                  <a:pt x="9627894" y="9430662"/>
                  <a:pt x="9394162" y="9343800"/>
                  <a:pt x="9209891" y="9198682"/>
                </a:cubicBezTo>
                <a:cubicBezTo>
                  <a:pt x="9206263" y="9195852"/>
                  <a:pt x="9202637" y="9193022"/>
                  <a:pt x="9199073" y="9190131"/>
                </a:cubicBezTo>
                <a:cubicBezTo>
                  <a:pt x="9198323" y="9189577"/>
                  <a:pt x="9197572" y="9188962"/>
                  <a:pt x="9196884" y="9188408"/>
                </a:cubicBezTo>
                <a:cubicBezTo>
                  <a:pt x="9104655" y="9114280"/>
                  <a:pt x="9023618" y="9023912"/>
                  <a:pt x="8958713" y="8918472"/>
                </a:cubicBezTo>
                <a:lnTo>
                  <a:pt x="7331221" y="6216036"/>
                </a:lnTo>
                <a:lnTo>
                  <a:pt x="5445548" y="7234756"/>
                </a:lnTo>
                <a:cubicBezTo>
                  <a:pt x="5436982" y="7238324"/>
                  <a:pt x="5428478" y="7240723"/>
                  <a:pt x="5419911" y="7244353"/>
                </a:cubicBezTo>
                <a:lnTo>
                  <a:pt x="1588162" y="9303137"/>
                </a:lnTo>
                <a:cubicBezTo>
                  <a:pt x="1426589" y="9388523"/>
                  <a:pt x="1252197" y="9428816"/>
                  <a:pt x="1079994" y="9428693"/>
                </a:cubicBezTo>
                <a:cubicBezTo>
                  <a:pt x="1078306" y="9428693"/>
                  <a:pt x="1076616" y="9428693"/>
                  <a:pt x="1074929" y="9428693"/>
                </a:cubicBezTo>
                <a:cubicBezTo>
                  <a:pt x="1074490" y="9428693"/>
                  <a:pt x="1074054" y="9428693"/>
                  <a:pt x="1073615" y="9428693"/>
                </a:cubicBezTo>
                <a:cubicBezTo>
                  <a:pt x="883591" y="9428754"/>
                  <a:pt x="691378" y="9379664"/>
                  <a:pt x="517736" y="9276255"/>
                </a:cubicBezTo>
                <a:lnTo>
                  <a:pt x="518987" y="9275024"/>
                </a:lnTo>
                <a:cubicBezTo>
                  <a:pt x="517486" y="9274102"/>
                  <a:pt x="516048" y="9273179"/>
                  <a:pt x="514610" y="9272317"/>
                </a:cubicBezTo>
                <a:cubicBezTo>
                  <a:pt x="509107" y="9268995"/>
                  <a:pt x="503605" y="9265612"/>
                  <a:pt x="498165" y="9262229"/>
                </a:cubicBezTo>
                <a:cubicBezTo>
                  <a:pt x="496727" y="9261306"/>
                  <a:pt x="495226" y="9260383"/>
                  <a:pt x="493788" y="9259461"/>
                </a:cubicBezTo>
                <a:cubicBezTo>
                  <a:pt x="344657" y="9165524"/>
                  <a:pt x="217099" y="9034370"/>
                  <a:pt x="127746" y="8870858"/>
                </a:cubicBezTo>
                <a:cubicBezTo>
                  <a:pt x="41081" y="8712329"/>
                  <a:pt x="0" y="8541190"/>
                  <a:pt x="0" y="8372264"/>
                </a:cubicBezTo>
                <a:cubicBezTo>
                  <a:pt x="0" y="8370419"/>
                  <a:pt x="0" y="8368512"/>
                  <a:pt x="0" y="8366667"/>
                </a:cubicBezTo>
                <a:cubicBezTo>
                  <a:pt x="0" y="8365867"/>
                  <a:pt x="0" y="8365129"/>
                  <a:pt x="0" y="8364390"/>
                </a:cubicBezTo>
                <a:cubicBezTo>
                  <a:pt x="188" y="8178179"/>
                  <a:pt x="50085" y="7989937"/>
                  <a:pt x="155071" y="7820027"/>
                </a:cubicBezTo>
                <a:lnTo>
                  <a:pt x="4557081" y="510471"/>
                </a:lnTo>
                <a:cubicBezTo>
                  <a:pt x="4605477" y="431606"/>
                  <a:pt x="4662878" y="361231"/>
                  <a:pt x="4727220" y="299714"/>
                </a:cubicBezTo>
                <a:cubicBezTo>
                  <a:pt x="4728596" y="298422"/>
                  <a:pt x="4729972" y="297130"/>
                  <a:pt x="4731348" y="295838"/>
                </a:cubicBezTo>
                <a:cubicBezTo>
                  <a:pt x="4736037" y="291471"/>
                  <a:pt x="4740664" y="287041"/>
                  <a:pt x="4745416" y="282735"/>
                </a:cubicBezTo>
                <a:cubicBezTo>
                  <a:pt x="4798253" y="234445"/>
                  <a:pt x="4856716" y="190768"/>
                  <a:pt x="4920683" y="152750"/>
                </a:cubicBezTo>
                <a:cubicBezTo>
                  <a:pt x="5094826" y="48787"/>
                  <a:pt x="5287976" y="-427"/>
                  <a:pt x="5478875" y="4"/>
                </a:cubicBezTo>
                <a:close/>
              </a:path>
            </a:pathLst>
          </a:custGeom>
        </p:spPr>
        <p:txBody>
          <a:bodyPr wrap="square" bIns="720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&gt; Insert image &gt; Right click &gt; Send to back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59AEDB2-5574-B0CC-12C2-D71921D08F23}"/>
              </a:ext>
            </a:extLst>
          </p:cNvPr>
          <p:cNvGrpSpPr/>
          <p:nvPr userDrawn="1"/>
        </p:nvGrpSpPr>
        <p:grpSpPr>
          <a:xfrm>
            <a:off x="12287571" y="0"/>
            <a:ext cx="2336479" cy="4937760"/>
            <a:chOff x="12287571" y="0"/>
            <a:chExt cx="2336479" cy="493776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EA5EACB-BE13-E70B-D58D-A5F4873CB6EE}"/>
                </a:ext>
              </a:extLst>
            </p:cNvPr>
            <p:cNvSpPr/>
            <p:nvPr userDrawn="1"/>
          </p:nvSpPr>
          <p:spPr>
            <a:xfrm>
              <a:off x="12287572" y="0"/>
              <a:ext cx="2336478" cy="49377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33333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FB7A60B-3962-E149-A8D8-8D2871249A37}"/>
                </a:ext>
              </a:extLst>
            </p:cNvPr>
            <p:cNvSpPr/>
            <p:nvPr userDrawn="1"/>
          </p:nvSpPr>
          <p:spPr>
            <a:xfrm rot="10800000" flipV="1">
              <a:off x="12287571" y="0"/>
              <a:ext cx="2336478" cy="52016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GB" sz="1200" b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How to insert an image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412085C-0F22-A53B-A308-D83E1D1A7206}"/>
                </a:ext>
              </a:extLst>
            </p:cNvPr>
            <p:cNvSpPr txBox="1"/>
            <p:nvPr userDrawn="1"/>
          </p:nvSpPr>
          <p:spPr>
            <a:xfrm>
              <a:off x="12376149" y="626927"/>
              <a:ext cx="2115015" cy="41889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If there is already an image present, </a:t>
              </a:r>
              <a:r>
                <a:rPr lang="en-GB" sz="900" b="0" spc="20" baseline="0">
                  <a:solidFill>
                    <a:srgbClr val="000000"/>
                  </a:solidFill>
                  <a:latin typeface="Avenir Next LT Pro Demi" panose="020B0704020202020204" pitchFamily="34" charset="0"/>
                </a:rPr>
                <a:t>delete this first.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Click on the </a:t>
              </a:r>
              <a:r>
                <a:rPr lang="en-GB" sz="900" b="1" spc="20" baseline="0">
                  <a:solidFill>
                    <a:srgbClr val="000000"/>
                  </a:solidFill>
                </a:rPr>
                <a:t>icon</a:t>
              </a:r>
              <a:r>
                <a:rPr lang="en-GB" sz="900" spc="20" baseline="0">
                  <a:solidFill>
                    <a:srgbClr val="000000"/>
                  </a:solidFill>
                </a:rPr>
                <a:t> in the middle of the placeholder and choose the image from your computer.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Click on the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Format Picture </a:t>
              </a:r>
              <a:r>
                <a:rPr lang="en-GB" sz="900" spc="20" baseline="0">
                  <a:solidFill>
                    <a:srgbClr val="000000"/>
                  </a:solidFill>
                </a:rPr>
                <a:t>tab in the ribbon and use the tools to edit the image.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Crop</a:t>
              </a:r>
              <a:r>
                <a:rPr lang="en-GB" sz="900" spc="20" baseline="0">
                  <a:solidFill>
                    <a:srgbClr val="000000"/>
                  </a:solidFill>
                </a:rPr>
                <a:t> to resize and move the image within the placeholder, using the white circles in the corners of the image. Click on the drop down arrow and 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Fit</a:t>
              </a:r>
              <a:r>
                <a:rPr lang="en-GB" sz="900" spc="20" baseline="0">
                  <a:solidFill>
                    <a:srgbClr val="000000"/>
                  </a:solidFill>
                </a:rPr>
                <a:t> to fit the image to the placeholder.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Picture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Colour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spc="20" baseline="0">
                  <a:solidFill>
                    <a:srgbClr val="000000"/>
                  </a:solidFill>
                </a:rPr>
                <a:t>to adjust the Saturation, Tone, and Colour.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Picture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Correction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spc="20" baseline="0">
                  <a:solidFill>
                    <a:srgbClr val="000000"/>
                  </a:solidFill>
                </a:rPr>
                <a:t>to adjust the Sharpness, Brightness, and Contrast.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Once you are happy with your image, right click on it and select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 ‘Send to back’. 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82171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52CF4A7-BBD0-B021-4B98-4C7B6FDF4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1706880"/>
            <a:ext cx="8253791" cy="2461260"/>
          </a:xfrm>
        </p:spPr>
        <p:txBody>
          <a:bodyPr anchor="b"/>
          <a:lstStyle>
            <a:lvl1pPr>
              <a:lnSpc>
                <a:spcPct val="100000"/>
              </a:lnSpc>
              <a:defRPr sz="51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0D0B602-0438-BC75-14FB-6164994806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308" y="4589238"/>
            <a:ext cx="3971351" cy="419100"/>
          </a:xfrm>
        </p:spPr>
        <p:txBody>
          <a:bodyPr/>
          <a:lstStyle>
            <a:lvl1pPr>
              <a:defRPr sz="2200" b="0"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/>
              <a:t>Presenter name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BDFDE7A-2C04-8077-A69B-44ACF206F1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6750" y="4503596"/>
            <a:ext cx="2340000" cy="216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3547F34-6A9C-95F8-E4AE-417E940083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689" y="320671"/>
            <a:ext cx="1275416" cy="79254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A31B081-2A5C-FA5E-A2CB-5AA8FD4E40DE}"/>
              </a:ext>
            </a:extLst>
          </p:cNvPr>
          <p:cNvSpPr txBox="1">
            <a:spLocks/>
          </p:cNvSpPr>
          <p:nvPr userDrawn="1"/>
        </p:nvSpPr>
        <p:spPr>
          <a:xfrm>
            <a:off x="7428557" y="669282"/>
            <a:ext cx="4763443" cy="6188718"/>
          </a:xfrm>
          <a:custGeom>
            <a:avLst/>
            <a:gdLst>
              <a:gd name="connsiteX0" fmla="*/ 4763443 w 4763443"/>
              <a:gd name="connsiteY0" fmla="*/ 0 h 6188718"/>
              <a:gd name="connsiteX1" fmla="*/ 4763443 w 4763443"/>
              <a:gd name="connsiteY1" fmla="*/ 3454200 h 6188718"/>
              <a:gd name="connsiteX2" fmla="*/ 2742854 w 4763443"/>
              <a:gd name="connsiteY2" fmla="*/ 6188718 h 6188718"/>
              <a:gd name="connsiteX3" fmla="*/ 0 w 4763443"/>
              <a:gd name="connsiteY3" fmla="*/ 6188718 h 6188718"/>
              <a:gd name="connsiteX4" fmla="*/ 4308685 w 4763443"/>
              <a:gd name="connsiteY4" fmla="*/ 357657 h 6188718"/>
              <a:gd name="connsiteX5" fmla="*/ 4728192 w 4763443"/>
              <a:gd name="connsiteY5" fmla="*/ 13935 h 61887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63443" h="6188718">
                <a:moveTo>
                  <a:pt x="4763443" y="0"/>
                </a:moveTo>
                <a:lnTo>
                  <a:pt x="4763443" y="3454200"/>
                </a:lnTo>
                <a:lnTo>
                  <a:pt x="2742854" y="6188718"/>
                </a:lnTo>
                <a:lnTo>
                  <a:pt x="0" y="6188718"/>
                </a:lnTo>
                <a:lnTo>
                  <a:pt x="4308685" y="357657"/>
                </a:lnTo>
                <a:cubicBezTo>
                  <a:pt x="4421814" y="204557"/>
                  <a:pt x="4567034" y="89175"/>
                  <a:pt x="4728192" y="13935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65000">
                <a:schemeClr val="accent2"/>
              </a:gs>
              <a:gs pos="100000">
                <a:schemeClr val="accent3"/>
              </a:gs>
            </a:gsLst>
            <a:lin ang="16200000" scaled="1"/>
            <a:tileRect/>
          </a:gra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GB" sz="180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50850" indent="-22860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717550" indent="-22860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984250" indent="-22860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239567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BABB03B-89BB-2192-F174-3C987C8565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6858000"/>
          </a:xfrm>
          <a:gradFill>
            <a:gsLst>
              <a:gs pos="0">
                <a:schemeClr val="accent1"/>
              </a:gs>
              <a:gs pos="26000">
                <a:schemeClr val="accent1"/>
              </a:gs>
              <a:gs pos="100000">
                <a:schemeClr val="accent3">
                  <a:alpha val="0"/>
                </a:schemeClr>
              </a:gs>
            </a:gsLst>
            <a:lin ang="369691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/>
              <a:t> 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5EC4B6A-E16E-CEE7-6B3E-F07DC495D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26945" y="-4534849"/>
            <a:ext cx="7441278" cy="9304031"/>
          </a:xfrm>
          <a:custGeom>
            <a:avLst/>
            <a:gdLst>
              <a:gd name="connsiteX0" fmla="*/ 6403420 w 7441278"/>
              <a:gd name="connsiteY0" fmla="*/ 969 h 9304031"/>
              <a:gd name="connsiteX1" fmla="*/ 7001186 w 7441278"/>
              <a:gd name="connsiteY1" fmla="*/ 212364 h 9304031"/>
              <a:gd name="connsiteX2" fmla="*/ 7001184 w 7441278"/>
              <a:gd name="connsiteY2" fmla="*/ 212364 h 9304031"/>
              <a:gd name="connsiteX3" fmla="*/ 7228915 w 7441278"/>
              <a:gd name="connsiteY3" fmla="*/ 1729156 h 9304031"/>
              <a:gd name="connsiteX4" fmla="*/ 1956886 w 7441278"/>
              <a:gd name="connsiteY4" fmla="*/ 8863937 h 9304031"/>
              <a:gd name="connsiteX5" fmla="*/ 440094 w 7441278"/>
              <a:gd name="connsiteY5" fmla="*/ 9091668 h 9304031"/>
              <a:gd name="connsiteX6" fmla="*/ 212364 w 7441278"/>
              <a:gd name="connsiteY6" fmla="*/ 7574876 h 9304031"/>
              <a:gd name="connsiteX7" fmla="*/ 5484394 w 7441278"/>
              <a:gd name="connsiteY7" fmla="*/ 440094 h 9304031"/>
              <a:gd name="connsiteX8" fmla="*/ 6403420 w 7441278"/>
              <a:gd name="connsiteY8" fmla="*/ 969 h 9304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1278" h="9304031">
                <a:moveTo>
                  <a:pt x="6403420" y="969"/>
                </a:moveTo>
                <a:cubicBezTo>
                  <a:pt x="6612130" y="9786"/>
                  <a:pt x="6820535" y="78877"/>
                  <a:pt x="7001186" y="212364"/>
                </a:cubicBezTo>
                <a:lnTo>
                  <a:pt x="7001184" y="212364"/>
                </a:lnTo>
                <a:cubicBezTo>
                  <a:pt x="7482921" y="568329"/>
                  <a:pt x="7584879" y="1247420"/>
                  <a:pt x="7228915" y="1729156"/>
                </a:cubicBezTo>
                <a:lnTo>
                  <a:pt x="1956886" y="8863937"/>
                </a:lnTo>
                <a:cubicBezTo>
                  <a:pt x="1600922" y="9345674"/>
                  <a:pt x="921831" y="9447632"/>
                  <a:pt x="440094" y="9091668"/>
                </a:cubicBezTo>
                <a:cubicBezTo>
                  <a:pt x="-41642" y="8735703"/>
                  <a:pt x="-143601" y="8056612"/>
                  <a:pt x="212364" y="7574876"/>
                </a:cubicBezTo>
                <a:cubicBezTo>
                  <a:pt x="1969707" y="5196615"/>
                  <a:pt x="3727050" y="2818355"/>
                  <a:pt x="5484394" y="440094"/>
                </a:cubicBezTo>
                <a:cubicBezTo>
                  <a:pt x="5706872" y="139009"/>
                  <a:pt x="6055571" y="-13725"/>
                  <a:pt x="6403420" y="96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/>
              </a:gs>
              <a:gs pos="31500">
                <a:srgbClr val="438BA2">
                  <a:alpha val="50000"/>
                </a:srgbClr>
              </a:gs>
              <a:gs pos="76000">
                <a:srgbClr val="2245A9">
                  <a:alpha val="70000"/>
                </a:srgbClr>
              </a:gs>
              <a:gs pos="100000">
                <a:srgbClr val="0E2881">
                  <a:alpha val="8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/>
              <a:t> 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7C8FE8-58E1-1BE2-98D5-145CC9EC42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24088" y="2588046"/>
            <a:ext cx="9912231" cy="6499568"/>
          </a:xfrm>
          <a:custGeom>
            <a:avLst/>
            <a:gdLst>
              <a:gd name="connsiteX0" fmla="*/ 1099031 w 9912231"/>
              <a:gd name="connsiteY0" fmla="*/ 82 h 6499568"/>
              <a:gd name="connsiteX1" fmla="*/ 1614122 w 9912231"/>
              <a:gd name="connsiteY1" fmla="*/ 138164 h 6499568"/>
              <a:gd name="connsiteX2" fmla="*/ 9356854 w 9912231"/>
              <a:gd name="connsiteY2" fmla="*/ 4468235 h 6499568"/>
              <a:gd name="connsiteX3" fmla="*/ 9774068 w 9912231"/>
              <a:gd name="connsiteY3" fmla="*/ 5944192 h 6499568"/>
              <a:gd name="connsiteX4" fmla="*/ 9774068 w 9912231"/>
              <a:gd name="connsiteY4" fmla="*/ 5944191 h 6499568"/>
              <a:gd name="connsiteX5" fmla="*/ 8298110 w 9912231"/>
              <a:gd name="connsiteY5" fmla="*/ 6361405 h 6499568"/>
              <a:gd name="connsiteX6" fmla="*/ 555379 w 9912231"/>
              <a:gd name="connsiteY6" fmla="*/ 2031336 h 6499568"/>
              <a:gd name="connsiteX7" fmla="*/ 138164 w 9912231"/>
              <a:gd name="connsiteY7" fmla="*/ 555379 h 6499568"/>
              <a:gd name="connsiteX8" fmla="*/ 1099031 w 9912231"/>
              <a:gd name="connsiteY8" fmla="*/ 82 h 649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12231" h="6499568">
                <a:moveTo>
                  <a:pt x="1099031" y="82"/>
                </a:moveTo>
                <a:cubicBezTo>
                  <a:pt x="1273902" y="2230"/>
                  <a:pt x="1450752" y="46801"/>
                  <a:pt x="1614122" y="138164"/>
                </a:cubicBezTo>
                <a:cubicBezTo>
                  <a:pt x="4195033" y="1581521"/>
                  <a:pt x="6775943" y="3024878"/>
                  <a:pt x="9356854" y="4468235"/>
                </a:cubicBezTo>
                <a:cubicBezTo>
                  <a:pt x="9879639" y="4760598"/>
                  <a:pt x="10066431" y="5421408"/>
                  <a:pt x="9774068" y="5944192"/>
                </a:cubicBezTo>
                <a:lnTo>
                  <a:pt x="9774068" y="5944191"/>
                </a:lnTo>
                <a:cubicBezTo>
                  <a:pt x="9481704" y="6466976"/>
                  <a:pt x="8820895" y="6653769"/>
                  <a:pt x="8298110" y="6361405"/>
                </a:cubicBezTo>
                <a:lnTo>
                  <a:pt x="555379" y="2031336"/>
                </a:lnTo>
                <a:cubicBezTo>
                  <a:pt x="32593" y="1738973"/>
                  <a:pt x="-154200" y="1078164"/>
                  <a:pt x="138164" y="555379"/>
                </a:cubicBezTo>
                <a:cubicBezTo>
                  <a:pt x="339164" y="195964"/>
                  <a:pt x="714312" y="-4642"/>
                  <a:pt x="1099031" y="8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50000"/>
                </a:schemeClr>
              </a:gs>
              <a:gs pos="31500">
                <a:schemeClr val="accent3">
                  <a:alpha val="50000"/>
                </a:schemeClr>
              </a:gs>
              <a:gs pos="76000">
                <a:schemeClr val="accent2">
                  <a:alpha val="80000"/>
                </a:schemeClr>
              </a:gs>
              <a:gs pos="100000">
                <a:schemeClr val="accent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/>
              <a:t> </a:t>
            </a:r>
            <a:endParaRPr lang="en-GB"/>
          </a:p>
        </p:txBody>
      </p:sp>
      <p:pic>
        <p:nvPicPr>
          <p:cNvPr id="13" name="Picture 12" descr="A person wearing a mask and gloves working in a laboratory&#10;&#10;Description automatically generated" hidden="1">
            <a:extLst>
              <a:ext uri="{FF2B5EF4-FFF2-40B4-BE49-F238E27FC236}">
                <a16:creationId xmlns:a16="http://schemas.microsoft.com/office/drawing/2014/main" id="{0A1D6F3E-3A49-888A-7DBC-C3DF947281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2117" y="0"/>
            <a:ext cx="8649883" cy="6858000"/>
          </a:xfrm>
          <a:prstGeom prst="rect">
            <a:avLst/>
          </a:prstGeom>
        </p:spPr>
      </p:pic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FF69DED0-CDDF-A810-3421-1D72AAED3B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92400" y="0"/>
            <a:ext cx="9499600" cy="6858000"/>
          </a:xfrm>
        </p:spPr>
        <p:txBody>
          <a:bodyPr bIns="720000" anchor="ctr"/>
          <a:lstStyle>
            <a:lvl1pPr algn="ctr">
              <a:defRPr/>
            </a:lvl1pPr>
          </a:lstStyle>
          <a:p>
            <a:r>
              <a:rPr lang="en-GB"/>
              <a:t>Click icon &gt; Insert image &gt; Right click &gt; Send to back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52CF4A7-BBD0-B021-4B98-4C7B6FDF4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6"/>
            <a:ext cx="6285291" cy="674582"/>
          </a:xfrm>
        </p:spPr>
        <p:txBody>
          <a:bodyPr anchor="t"/>
          <a:lstStyle>
            <a:lvl1pPr>
              <a:lnSpc>
                <a:spcPct val="100000"/>
              </a:lnSpc>
              <a:defRPr sz="4100" b="0">
                <a:latin typeface="Raleway SemiBold" panose="020B0703030101060003" pitchFamily="34" charset="0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0F78C-A955-55BB-E381-B6DB68768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309" y="1176868"/>
            <a:ext cx="6285290" cy="1023938"/>
          </a:xfr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57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F1E655B-C3B0-0BDF-AE56-7A01D9118D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7309" y="4063158"/>
            <a:ext cx="6285290" cy="2677676"/>
          </a:xfrm>
        </p:spPr>
        <p:txBody>
          <a:bodyPr anchor="b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17000" b="0" kern="1200" dirty="0">
                <a:solidFill>
                  <a:schemeClr val="tx1"/>
                </a:solidFill>
                <a:latin typeface="Avenir Next LT Pro Demi" panose="020B0704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73D33B3-DD16-6F1F-591D-AEDAA7317B5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62583" y="320671"/>
            <a:ext cx="1275416" cy="792542"/>
          </a:xfrm>
          <a:blipFill>
            <a:blip r:embed="rId4">
              <a:lum bright="10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1086A45-20F4-3457-24FD-B2120BA96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8" y="5854695"/>
            <a:ext cx="581022" cy="838203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>
                <a:solidFill>
                  <a:schemeClr val="bg1"/>
                </a:solidFill>
              </a:defRPr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E7F8522-106A-022E-6CA2-7EF3647E9D19}"/>
              </a:ext>
            </a:extLst>
          </p:cNvPr>
          <p:cNvGrpSpPr/>
          <p:nvPr userDrawn="1"/>
        </p:nvGrpSpPr>
        <p:grpSpPr>
          <a:xfrm>
            <a:off x="12287571" y="0"/>
            <a:ext cx="2336479" cy="4937760"/>
            <a:chOff x="12287571" y="0"/>
            <a:chExt cx="2336479" cy="493776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47DBCD6-FC4C-4747-A1D6-BBB34ABDB7B0}"/>
                </a:ext>
              </a:extLst>
            </p:cNvPr>
            <p:cNvSpPr/>
            <p:nvPr userDrawn="1"/>
          </p:nvSpPr>
          <p:spPr>
            <a:xfrm>
              <a:off x="12287572" y="0"/>
              <a:ext cx="2336478" cy="4937760"/>
            </a:xfrm>
            <a:prstGeom prst="rect">
              <a:avLst/>
            </a:prstGeom>
            <a:solidFill>
              <a:sysClr val="window" lastClr="FFFFFF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258A532-AC2D-9868-6505-93060BF7EF63}"/>
                </a:ext>
              </a:extLst>
            </p:cNvPr>
            <p:cNvSpPr/>
            <p:nvPr userDrawn="1"/>
          </p:nvSpPr>
          <p:spPr>
            <a:xfrm rot="10800000" flipV="1">
              <a:off x="12287571" y="0"/>
              <a:ext cx="2336478" cy="520162"/>
            </a:xfrm>
            <a:prstGeom prst="rect">
              <a:avLst/>
            </a:prstGeom>
            <a:solidFill>
              <a:srgbClr val="4CAAAD"/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200" b="0" i="0" u="none" strike="noStrike" kern="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venir Next LT Pro Demi" panose="020B0704020202020204" pitchFamily="34" charset="0"/>
                  <a:ea typeface="+mn-ea"/>
                  <a:cs typeface="+mn-cs"/>
                </a:rPr>
                <a:t>How to insert an image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1C67701-F681-D835-C558-32E0EA363A3B}"/>
                </a:ext>
              </a:extLst>
            </p:cNvPr>
            <p:cNvSpPr txBox="1"/>
            <p:nvPr userDrawn="1"/>
          </p:nvSpPr>
          <p:spPr>
            <a:xfrm>
              <a:off x="12376149" y="626927"/>
              <a:ext cx="2115015" cy="41889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If there is already an image present, 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</a:rPr>
                <a:t>delete this first.</a:t>
              </a:r>
            </a:p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Click on the </a:t>
              </a:r>
              <a:r>
                <a:rPr kumimoji="0" lang="en-GB" sz="900" b="1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icon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in the middle of the placeholder and choose the image from your computer.</a:t>
              </a:r>
            </a:p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Click on the 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</a:rPr>
                <a:t>Format Picture 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tab in the ribbon and use the tools to edit the image.</a:t>
              </a:r>
            </a:p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Choose 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</a:rPr>
                <a:t>Crop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to resize and move the image within the placeholder, using the white circles in the corners of the image. Click on the drop down arrow and choose 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</a:rPr>
                <a:t>Fit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to fit the image to the placeholder.</a:t>
              </a:r>
            </a:p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Choose 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</a:rPr>
                <a:t>Picture</a:t>
              </a:r>
              <a:r>
                <a:rPr kumimoji="0" lang="en-GB" sz="900" b="1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</a:rPr>
                <a:t>Colour</a:t>
              </a:r>
              <a:r>
                <a:rPr kumimoji="0" lang="en-GB" sz="900" b="1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to adjust the Saturation, Tone, and Colour.</a:t>
              </a:r>
            </a:p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Choose 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</a:rPr>
                <a:t>Picture</a:t>
              </a:r>
              <a:r>
                <a:rPr kumimoji="0" lang="en-GB" sz="900" b="1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</a:rPr>
                <a:t>Correction</a:t>
              </a:r>
              <a:r>
                <a:rPr kumimoji="0" lang="en-GB" sz="900" b="1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 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to adjust the Sharpness, Brightness, and Contrast.</a:t>
              </a:r>
            </a:p>
            <a:p>
              <a:pPr marL="228600" marR="0" lvl="0" indent="-22860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</a:rPr>
                <a:t>Once you are happy with your image, right click on it and select</a:t>
              </a:r>
              <a:r>
                <a:rPr kumimoji="0" lang="en-GB" sz="900" b="0" i="0" u="none" strike="noStrike" kern="0" cap="none" spc="2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venir Next LT Pro Demi" panose="020B0704020202020204" pitchFamily="34" charset="0"/>
                </a:rPr>
                <a:t> ‘Send to back’. 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179647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7476096B-1340-E168-32D6-490761FFC8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6858000"/>
          </a:xfrm>
          <a:gradFill>
            <a:gsLst>
              <a:gs pos="0">
                <a:schemeClr val="accent1"/>
              </a:gs>
              <a:gs pos="26000">
                <a:schemeClr val="accent1"/>
              </a:gs>
              <a:gs pos="100000">
                <a:schemeClr val="accent3">
                  <a:alpha val="0"/>
                </a:schemeClr>
              </a:gs>
            </a:gsLst>
            <a:lin ang="369691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/>
              <a:t> 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B8A8D52-28A7-0C09-2507-9F8644C4BC3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905000" y="0"/>
            <a:ext cx="10287000" cy="6858000"/>
          </a:xfrm>
        </p:spPr>
        <p:txBody>
          <a:bodyPr bIns="72000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&gt; Insert image &gt; Right click &gt; Send to back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483C113-DEC7-7103-0656-F320FB860F86}"/>
              </a:ext>
            </a:extLst>
          </p:cNvPr>
          <p:cNvSpPr txBox="1">
            <a:spLocks/>
          </p:cNvSpPr>
          <p:nvPr userDrawn="1"/>
        </p:nvSpPr>
        <p:spPr>
          <a:xfrm>
            <a:off x="10662583" y="320671"/>
            <a:ext cx="1275416" cy="792542"/>
          </a:xfrm>
          <a:prstGeom prst="rect">
            <a:avLst/>
          </a:prstGeom>
          <a:blipFill>
            <a:blip r:embed="rId3">
              <a:lum bright="10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0850" indent="-22860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7550" indent="-22860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4250" indent="-22860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2B0A729D-7EDB-9940-FC62-E34FD808B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F468907-B46F-54E1-E756-C519BEEB6B10}"/>
              </a:ext>
            </a:extLst>
          </p:cNvPr>
          <p:cNvGrpSpPr/>
          <p:nvPr userDrawn="1"/>
        </p:nvGrpSpPr>
        <p:grpSpPr>
          <a:xfrm>
            <a:off x="12287571" y="0"/>
            <a:ext cx="2336479" cy="4937760"/>
            <a:chOff x="12287571" y="0"/>
            <a:chExt cx="2336479" cy="493776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5DF8FB27-B70B-BE4E-6018-2E4BE2728B7C}"/>
                </a:ext>
              </a:extLst>
            </p:cNvPr>
            <p:cNvSpPr/>
            <p:nvPr userDrawn="1"/>
          </p:nvSpPr>
          <p:spPr>
            <a:xfrm>
              <a:off x="12287572" y="0"/>
              <a:ext cx="2336478" cy="49377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33333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A048A471-26E3-1F5E-B2C6-4E1BF2A2F5FB}"/>
                </a:ext>
              </a:extLst>
            </p:cNvPr>
            <p:cNvSpPr/>
            <p:nvPr userDrawn="1"/>
          </p:nvSpPr>
          <p:spPr>
            <a:xfrm rot="10800000" flipV="1">
              <a:off x="12287571" y="0"/>
              <a:ext cx="2336478" cy="52016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GB" sz="1200" b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How to insert an image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22F66D75-7D8D-9E16-D43A-30CF6CEB0C1F}"/>
                </a:ext>
              </a:extLst>
            </p:cNvPr>
            <p:cNvSpPr txBox="1"/>
            <p:nvPr userDrawn="1"/>
          </p:nvSpPr>
          <p:spPr>
            <a:xfrm>
              <a:off x="12376149" y="626927"/>
              <a:ext cx="2115015" cy="41889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If there is already an image present, </a:t>
              </a:r>
              <a:r>
                <a:rPr lang="en-GB" sz="900" b="0" spc="20" baseline="0">
                  <a:solidFill>
                    <a:srgbClr val="000000"/>
                  </a:solidFill>
                  <a:latin typeface="Avenir Next LT Pro Demi" panose="020B0704020202020204" pitchFamily="34" charset="0"/>
                </a:rPr>
                <a:t>delete this first.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Click on the </a:t>
              </a:r>
              <a:r>
                <a:rPr lang="en-GB" sz="900" b="1" spc="20" baseline="0">
                  <a:solidFill>
                    <a:srgbClr val="000000"/>
                  </a:solidFill>
                </a:rPr>
                <a:t>icon</a:t>
              </a:r>
              <a:r>
                <a:rPr lang="en-GB" sz="900" spc="20" baseline="0">
                  <a:solidFill>
                    <a:srgbClr val="000000"/>
                  </a:solidFill>
                </a:rPr>
                <a:t> in the middle of the placeholder and choose the image from your computer.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Click on the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Format Picture </a:t>
              </a:r>
              <a:r>
                <a:rPr lang="en-GB" sz="900" spc="20" baseline="0">
                  <a:solidFill>
                    <a:srgbClr val="000000"/>
                  </a:solidFill>
                </a:rPr>
                <a:t>tab in the ribbon and use the tools to edit the image.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Crop</a:t>
              </a:r>
              <a:r>
                <a:rPr lang="en-GB" sz="900" spc="20" baseline="0">
                  <a:solidFill>
                    <a:srgbClr val="000000"/>
                  </a:solidFill>
                </a:rPr>
                <a:t> to resize and move the image within the placeholder, using the white circles in the corners of the image. Click on the drop down arrow and 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Fit</a:t>
              </a:r>
              <a:r>
                <a:rPr lang="en-GB" sz="900" spc="20" baseline="0">
                  <a:solidFill>
                    <a:srgbClr val="000000"/>
                  </a:solidFill>
                </a:rPr>
                <a:t> to fit the image to the placeholder.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Picture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Colour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spc="20" baseline="0">
                  <a:solidFill>
                    <a:srgbClr val="000000"/>
                  </a:solidFill>
                </a:rPr>
                <a:t>to adjust the Saturation, Tone, and Colour.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Picture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Correction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spc="20" baseline="0">
                  <a:solidFill>
                    <a:srgbClr val="000000"/>
                  </a:solidFill>
                </a:rPr>
                <a:t>to adjust the Sharpness, Brightness, and Contrast.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Once you are happy with your image, right click on it and select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 ‘Send to back’. </a:t>
              </a:r>
            </a:p>
          </p:txBody>
        </p:sp>
      </p:grp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6B8B22C1-73CF-9ED6-18BE-E432A5309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309" y="502285"/>
            <a:ext cx="7771191" cy="2266315"/>
          </a:xfrm>
        </p:spPr>
        <p:txBody>
          <a:bodyPr/>
          <a:lstStyle>
            <a:lvl1pPr>
              <a:defRPr kumimoji="0" lang="en-GB" sz="4600" b="0" i="0" u="none" strike="noStrike" kern="1200" cap="none" spc="0" normalizeH="0" baseline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Add text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70306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8AA018D-88D6-60DF-02BC-2525104BA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z="1200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B59B96-7450-3182-6088-8307DE9F71FF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2182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w/ Heading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1315085"/>
            <a:ext cx="10512805" cy="1325563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43F5611-2209-8910-B4C1-DA7FA67F17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433" y="588433"/>
            <a:ext cx="4343399" cy="4000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E9EA0"/>
              </a:gs>
              <a:gs pos="100000">
                <a:srgbClr val="99BD79"/>
              </a:gs>
            </a:gsLst>
            <a:lin ang="0" scaled="1"/>
            <a:tileRect/>
          </a:gradFill>
        </p:spPr>
        <p:txBody>
          <a:bodyPr lIns="162000" tIns="28800" rIns="162000"/>
          <a:lstStyle>
            <a:lvl1pPr>
              <a:defRPr sz="1400" spc="-20">
                <a:solidFill>
                  <a:schemeClr val="bg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A8ECED29-C316-D1E4-CC77-8EB5E1F2E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B06D7C-87C8-F5D9-E16D-4A9E6388D086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455595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w/ Heading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5F184B-A70D-E02B-7761-993469F69E1E}"/>
              </a:ext>
            </a:extLst>
          </p:cNvPr>
          <p:cNvSpPr/>
          <p:nvPr userDrawn="1"/>
        </p:nvSpPr>
        <p:spPr>
          <a:xfrm>
            <a:off x="0" y="2336801"/>
            <a:ext cx="12192000" cy="4521200"/>
          </a:xfrm>
          <a:prstGeom prst="rect">
            <a:avLst/>
          </a:prstGeom>
          <a:solidFill>
            <a:srgbClr val="F7FA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1315086"/>
            <a:ext cx="10512805" cy="810048"/>
          </a:xfrm>
        </p:spPr>
        <p:txBody>
          <a:bodyPr anchor="t"/>
          <a:lstStyle>
            <a:lvl1pPr>
              <a:lnSpc>
                <a:spcPct val="100000"/>
              </a:lnSpc>
              <a:defRPr sz="3000" b="0" i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43F5611-2209-8910-B4C1-DA7FA67F17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433" y="588433"/>
            <a:ext cx="4343399" cy="4000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E9EA0"/>
              </a:gs>
              <a:gs pos="100000">
                <a:srgbClr val="99BD79"/>
              </a:gs>
            </a:gsLst>
            <a:lin ang="0" scaled="1"/>
            <a:tileRect/>
          </a:gradFill>
        </p:spPr>
        <p:txBody>
          <a:bodyPr lIns="162000" tIns="28800" rIns="162000"/>
          <a:lstStyle>
            <a:lvl1pPr>
              <a:defRPr sz="1400" spc="-20">
                <a:solidFill>
                  <a:schemeClr val="bg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5D8F4-282F-14F0-C759-EBAEF6E74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F73832-7C05-DF72-84C2-E84009DCE3D0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41061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Light w/ Lea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F4E741-9302-0B4B-342F-C9BC912C6B9A}"/>
              </a:ext>
            </a:extLst>
          </p:cNvPr>
          <p:cNvSpPr/>
          <p:nvPr userDrawn="1"/>
        </p:nvSpPr>
        <p:spPr>
          <a:xfrm>
            <a:off x="0" y="2336801"/>
            <a:ext cx="12192000" cy="4521200"/>
          </a:xfrm>
          <a:prstGeom prst="rect">
            <a:avLst/>
          </a:prstGeom>
          <a:solidFill>
            <a:srgbClr val="F7FA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8AA018D-88D6-60DF-02BC-2525104BA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52463D-66A4-DDD4-E24F-6DCCCCA982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308" y="1523213"/>
            <a:ext cx="4934991" cy="609019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92A600-D594-E8B0-BA3A-E7D29C2FB80A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21632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7BE570-491F-DCBC-099D-A9651F6D7CB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defPPr>
              <a:defRPr lang="en-US"/>
            </a:defPPr>
            <a:lvl1pPr algn="ctr">
              <a:defRPr sz="1200">
                <a:latin typeface="Avenir Next LT Pro Demi" panose="020B07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61716058-D27E-424A-8609-64EA3BA6CA0F}" type="slidenum">
              <a:rPr lang="en-GB" noProof="0" smtClean="0"/>
              <a:pPr lvl="0"/>
              <a:t>‹#›</a:t>
            </a:fld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8609CB-F3AD-862F-554B-D9E076BE0CD5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850864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581023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8AA018D-88D6-60DF-02BC-2525104BA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962148-1D64-D9F3-38D7-C4FED5BD91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308" y="1085488"/>
            <a:ext cx="10512805" cy="369332"/>
          </a:xfrm>
        </p:spPr>
        <p:txBody>
          <a:bodyPr/>
          <a:lstStyle>
            <a:lvl1pPr>
              <a:defRPr lang="en-GB" sz="1600" kern="1200" dirty="0">
                <a:solidFill>
                  <a:schemeClr val="tx1"/>
                </a:solidFill>
                <a:latin typeface="Avenir Next LT Pro Demi" panose="020B07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77666-B991-0272-63F3-EC3E9FE0D280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3880FF9-4473-5D26-7718-F2A96518C8D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47308" y="1770380"/>
            <a:ext cx="4094542" cy="39398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6314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581023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8AA018D-88D6-60DF-02BC-2525104BA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962148-1D64-D9F3-38D7-C4FED5BD91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308" y="1085488"/>
            <a:ext cx="10512805" cy="369332"/>
          </a:xfrm>
        </p:spPr>
        <p:txBody>
          <a:bodyPr/>
          <a:lstStyle>
            <a:lvl1pPr>
              <a:defRPr lang="en-GB" sz="1600" kern="1200" dirty="0">
                <a:solidFill>
                  <a:schemeClr val="tx1"/>
                </a:solidFill>
                <a:latin typeface="Avenir Next LT Pro Demi" panose="020B07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42E25D-CFA4-60CE-0676-1F87D8F5DC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47308" y="1770380"/>
            <a:ext cx="4094542" cy="39398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77666-B991-0272-63F3-EC3E9FE0D280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209A7B1-1573-8ADC-B8AE-684411D7E44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502881" y="1770380"/>
            <a:ext cx="4094542" cy="39398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37369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/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1315085"/>
            <a:ext cx="7133651" cy="114363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43F5611-2209-8910-B4C1-DA7FA67F17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433" y="588433"/>
            <a:ext cx="4343399" cy="4000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1"/>
            <a:tileRect/>
          </a:gradFill>
        </p:spPr>
        <p:txBody>
          <a:bodyPr vert="horz" lIns="162000" tIns="28800" rIns="162000" bIns="45720" rtlCol="0">
            <a:noAutofit/>
          </a:bodyPr>
          <a:lstStyle>
            <a:lvl1pPr>
              <a:defRPr lang="en-GB" sz="1400" spc="-20" dirty="0">
                <a:solidFill>
                  <a:schemeClr val="bg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1BB31C-95AF-4F88-F3EA-CF841B63A8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7309" y="2825327"/>
            <a:ext cx="3999291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93E7C5E-2AA0-4E73-D98C-5CE9A670B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64469" y="2825327"/>
            <a:ext cx="3999291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77D37A11-6989-D28E-40B0-9450ABFA6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5400000">
            <a:off x="3448140" y="4330124"/>
            <a:ext cx="3132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19C6BFF-1646-49F7-E636-84886D5F4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951F2C-C588-4B6F-8B6B-6A0EFAF66839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A9A5372-51E1-4A4B-370B-895A189578A1}"/>
              </a:ext>
            </a:extLst>
          </p:cNvPr>
          <p:cNvGrpSpPr/>
          <p:nvPr userDrawn="1"/>
        </p:nvGrpSpPr>
        <p:grpSpPr>
          <a:xfrm>
            <a:off x="-2438142" y="-1"/>
            <a:ext cx="2336479" cy="4873422"/>
            <a:chOff x="-2438142" y="-1"/>
            <a:chExt cx="2336479" cy="48734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40FEB65-73D8-2FE4-D472-770964EF5DC6}"/>
                </a:ext>
              </a:extLst>
            </p:cNvPr>
            <p:cNvSpPr/>
            <p:nvPr/>
          </p:nvSpPr>
          <p:spPr>
            <a:xfrm>
              <a:off x="-2438141" y="-1"/>
              <a:ext cx="2336478" cy="48734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33333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48A99D7-4281-AD26-F18D-3A4674B3FD7F}"/>
                </a:ext>
              </a:extLst>
            </p:cNvPr>
            <p:cNvSpPr/>
            <p:nvPr/>
          </p:nvSpPr>
          <p:spPr>
            <a:xfrm rot="10800000" flipV="1">
              <a:off x="-2438142" y="-1"/>
              <a:ext cx="2336478" cy="52016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200" b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How to use bullets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B9278F9-8BA6-B95F-7577-4EB75FE791A2}"/>
                </a:ext>
              </a:extLst>
            </p:cNvPr>
            <p:cNvSpPr txBox="1"/>
            <p:nvPr userDrawn="1"/>
          </p:nvSpPr>
          <p:spPr>
            <a:xfrm>
              <a:off x="-2349564" y="626927"/>
              <a:ext cx="2115015" cy="280207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This slide contains </a:t>
              </a:r>
              <a:b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</a:b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pre-formatted bullets:</a:t>
              </a:r>
              <a:b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 defTabSz="914400" rtl="0" eaLnBrk="1" latinLnBrk="0" hangingPunct="1">
                <a:spcAft>
                  <a:spcPts val="600"/>
                </a:spcAft>
                <a:buAutoNum type="arabicPeriod"/>
              </a:pP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If you want to use your pre-formatted bullets, click on the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Increase List Level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button.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To indent your bullets </a:t>
              </a: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to the next level, click on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Increase List Level </a:t>
              </a: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again.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If you want to remove them, just click the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Decrease List </a:t>
              </a:r>
              <a:b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</a:b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Level button.</a:t>
              </a:r>
            </a:p>
          </p:txBody>
        </p:sp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DBA6130-4AA9-2C4F-14CC-440C7B9F1B4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38142" y="2392552"/>
              <a:ext cx="2336478" cy="640863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E7B629E-C5BC-63BB-3C3D-5A233415E9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38142" y="4232557"/>
              <a:ext cx="2336478" cy="640863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A83E952-4DE2-D38F-15C8-D9BC2979DEC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78896" y="1052998"/>
              <a:ext cx="1431489" cy="80184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902120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1BB31C-95AF-4F88-F3EA-CF841B63A8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7310" y="2825327"/>
            <a:ext cx="3179784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93E7C5E-2AA0-4E73-D98C-5CE9A670B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6274" y="2825327"/>
            <a:ext cx="3179784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77D37A11-6989-D28E-40B0-9450ABFA6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5400000">
            <a:off x="6495425" y="4330124"/>
            <a:ext cx="3132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19C6BFF-1646-49F7-E636-84886D5F4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B2AC1C7-A0AD-E53A-0DDB-381AFD17F4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E597F-38A6-F2CE-3390-2D435385C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96792" y="2825327"/>
            <a:ext cx="3179784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B34DB4F-36A0-5673-7721-FF58A194C2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rot="5400000">
            <a:off x="2542342" y="4330124"/>
            <a:ext cx="3132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4AC559C-5465-9D2A-4B9E-DA0D7492CF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7310" y="1813545"/>
            <a:ext cx="3179784" cy="6392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AE4C83D-E2E7-0A64-1B77-79D163B5156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6792" y="1813545"/>
            <a:ext cx="3179784" cy="6392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280C56-4E69-4658-D8A1-F5518E87368C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BB73CBB-3201-381E-D28D-AB9DB93C93A3}"/>
              </a:ext>
            </a:extLst>
          </p:cNvPr>
          <p:cNvGrpSpPr/>
          <p:nvPr userDrawn="1"/>
        </p:nvGrpSpPr>
        <p:grpSpPr>
          <a:xfrm>
            <a:off x="-2438142" y="-1"/>
            <a:ext cx="2336479" cy="4873422"/>
            <a:chOff x="-2438142" y="-1"/>
            <a:chExt cx="2336479" cy="487342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3A720DA-7009-26FF-3154-E570B8814329}"/>
                </a:ext>
              </a:extLst>
            </p:cNvPr>
            <p:cNvSpPr/>
            <p:nvPr/>
          </p:nvSpPr>
          <p:spPr>
            <a:xfrm>
              <a:off x="-2438141" y="-1"/>
              <a:ext cx="2336478" cy="48734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33333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F2944FF6-80A4-0786-3B2B-1F66CA24330B}"/>
                </a:ext>
              </a:extLst>
            </p:cNvPr>
            <p:cNvSpPr/>
            <p:nvPr/>
          </p:nvSpPr>
          <p:spPr>
            <a:xfrm rot="10800000" flipV="1">
              <a:off x="-2438142" y="-1"/>
              <a:ext cx="2336478" cy="52016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200" b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How to use bullets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A2F6859-3C71-266A-5A32-3050F86D8B6B}"/>
                </a:ext>
              </a:extLst>
            </p:cNvPr>
            <p:cNvSpPr txBox="1"/>
            <p:nvPr userDrawn="1"/>
          </p:nvSpPr>
          <p:spPr>
            <a:xfrm>
              <a:off x="-2349564" y="626927"/>
              <a:ext cx="2115015" cy="280207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This slide contains </a:t>
              </a:r>
              <a:b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</a:b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pre-formatted bullets:</a:t>
              </a:r>
              <a:b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 defTabSz="914400" rtl="0" eaLnBrk="1" latinLnBrk="0" hangingPunct="1">
                <a:spcAft>
                  <a:spcPts val="600"/>
                </a:spcAft>
                <a:buAutoNum type="arabicPeriod"/>
              </a:pP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If you want to use your pre-formatted bullets, click on the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Increase List Level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button.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To indent your bullets </a:t>
              </a: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to the next level, click on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Increase List Level </a:t>
              </a: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again.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If you want to remove them, just click the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Decrease List </a:t>
              </a:r>
              <a:b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</a:b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Level button.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1C4FDC0-C341-8D3A-3BFE-2A1D77CA267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38142" y="2392552"/>
              <a:ext cx="2336478" cy="640863"/>
            </a:xfrm>
            <a:prstGeom prst="rect">
              <a:avLst/>
            </a:prstGeom>
          </p:spPr>
        </p:pic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FBD624A4-071F-7770-5662-CFFB0E6ADA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38142" y="4232557"/>
              <a:ext cx="2336478" cy="64086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B993427-577D-104C-95BA-57EA8C82815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78896" y="1052998"/>
              <a:ext cx="1431489" cy="80184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5295177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1BB31C-95AF-4F88-F3EA-CF841B63A8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7310" y="2825327"/>
            <a:ext cx="2390623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93E7C5E-2AA0-4E73-D98C-5CE9A670B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35436" y="2825327"/>
            <a:ext cx="2390623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77D37A11-6989-D28E-40B0-9450ABFA6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5400000">
            <a:off x="7438329" y="4330124"/>
            <a:ext cx="3132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19C6BFF-1646-49F7-E636-84886D5F4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B2AC1C7-A0AD-E53A-0DDB-381AFD17F4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E597F-38A6-F2CE-3390-2D435385C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43352" y="2825327"/>
            <a:ext cx="2390623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B34DB4F-36A0-5673-7721-FF58A194C2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rot="5400000">
            <a:off x="1617442" y="4330124"/>
            <a:ext cx="3132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4AC559C-5465-9D2A-4B9E-DA0D7492CF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7310" y="1813545"/>
            <a:ext cx="5286665" cy="6392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3CC4CD1-9BA2-2ABD-7D19-7A2F1EDE6C5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9394" y="2825327"/>
            <a:ext cx="2390623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965C0B3F-1668-A004-CCAC-2BD4034F94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5400000">
            <a:off x="4527885" y="4330124"/>
            <a:ext cx="3132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257B0C-6A07-8ED2-C214-97399250C78E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F6677C3-9CC6-5A83-3DF8-ACD292A8F917}"/>
              </a:ext>
            </a:extLst>
          </p:cNvPr>
          <p:cNvGrpSpPr/>
          <p:nvPr userDrawn="1"/>
        </p:nvGrpSpPr>
        <p:grpSpPr>
          <a:xfrm>
            <a:off x="-2438142" y="-1"/>
            <a:ext cx="2336479" cy="4873422"/>
            <a:chOff x="-2438142" y="-1"/>
            <a:chExt cx="2336479" cy="487342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94D0F9A-07A8-D646-D62D-192843742B4D}"/>
                </a:ext>
              </a:extLst>
            </p:cNvPr>
            <p:cNvSpPr/>
            <p:nvPr/>
          </p:nvSpPr>
          <p:spPr>
            <a:xfrm>
              <a:off x="-2438141" y="-1"/>
              <a:ext cx="2336478" cy="48734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33333"/>
                </a:solidFill>
              </a:endParaRP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7DD1F4E6-78F8-B295-A3B3-09A577ACCC6B}"/>
                </a:ext>
              </a:extLst>
            </p:cNvPr>
            <p:cNvSpPr/>
            <p:nvPr/>
          </p:nvSpPr>
          <p:spPr>
            <a:xfrm rot="10800000" flipV="1">
              <a:off x="-2438142" y="-1"/>
              <a:ext cx="2336478" cy="52016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200" b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How to use bullets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C95AED0-7808-957A-243D-EF3092F45688}"/>
                </a:ext>
              </a:extLst>
            </p:cNvPr>
            <p:cNvSpPr txBox="1"/>
            <p:nvPr userDrawn="1"/>
          </p:nvSpPr>
          <p:spPr>
            <a:xfrm>
              <a:off x="-2349564" y="626927"/>
              <a:ext cx="2115015" cy="280207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This slide contains </a:t>
              </a:r>
              <a:b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</a:b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pre-formatted bullets:</a:t>
              </a:r>
              <a:b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 defTabSz="914400" rtl="0" eaLnBrk="1" latinLnBrk="0" hangingPunct="1">
                <a:spcAft>
                  <a:spcPts val="600"/>
                </a:spcAft>
                <a:buAutoNum type="arabicPeriod"/>
              </a:pP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If you want to use your pre-formatted bullets, click on the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Increase List Level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button.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To indent your bullets </a:t>
              </a: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to the next level, click on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Increase List Level </a:t>
              </a: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again.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If you want to remove them, just click the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Decrease List </a:t>
              </a:r>
              <a:b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</a:b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Level button.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504A6105-4DCA-48C1-EE6A-66CB2196F9C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38142" y="2392552"/>
              <a:ext cx="2336478" cy="640863"/>
            </a:xfrm>
            <a:prstGeom prst="rect">
              <a:avLst/>
            </a:prstGeom>
          </p:spPr>
        </p:pic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85DDD24C-9682-17B0-F858-1FFDE2C91F8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38142" y="4232557"/>
              <a:ext cx="2336478" cy="640863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53AE98ED-F94C-2E2C-0988-181DE210EAB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78896" y="1052998"/>
              <a:ext cx="1431489" cy="801849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19208859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30C30D-F013-89FD-3DC5-87E76DF94FFA}"/>
              </a:ext>
            </a:extLst>
          </p:cNvPr>
          <p:cNvSpPr/>
          <p:nvPr userDrawn="1"/>
        </p:nvSpPr>
        <p:spPr>
          <a:xfrm>
            <a:off x="6853188" y="0"/>
            <a:ext cx="5338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5858571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A26E3A8E-6629-9CAB-4FAA-90D4A09A9F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F8C9C80-F2AC-2A5E-F688-2927C28722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3242" y="2148998"/>
            <a:ext cx="5862638" cy="343900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B91119B-5175-CCE9-78F1-4CB0A460C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9324" y="2148999"/>
            <a:ext cx="4283075" cy="343900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79F87-9325-807E-7CD2-4650835A6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>
                <a:solidFill>
                  <a:schemeClr val="bg1"/>
                </a:solidFill>
              </a:defRPr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5DE4CE-872A-AE4E-61EE-2A2F23E6EE55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024305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Light w/ Sub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30C30D-F013-89FD-3DC5-87E76DF94FFA}"/>
              </a:ext>
            </a:extLst>
          </p:cNvPr>
          <p:cNvSpPr/>
          <p:nvPr userDrawn="1"/>
        </p:nvSpPr>
        <p:spPr>
          <a:xfrm>
            <a:off x="6853188" y="0"/>
            <a:ext cx="5338812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A26E3A8E-6629-9CAB-4FAA-90D4A09A9F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F8C9C80-F2AC-2A5E-F688-2927C28722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3242" y="2148998"/>
            <a:ext cx="5862638" cy="343900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B91119B-5175-CCE9-78F1-4CB0A460C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9324" y="2148999"/>
            <a:ext cx="4283075" cy="343900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79F87-9325-807E-7CD2-4650835A6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>
                <a:solidFill>
                  <a:schemeClr val="bg1"/>
                </a:solidFill>
              </a:defRPr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E31FD7-A5FB-58CC-09EA-B600BD560B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1315086"/>
            <a:ext cx="5858571" cy="810048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6891A9F-5132-0CC6-E245-027DC42E3F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433" y="588433"/>
            <a:ext cx="4343399" cy="4000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chemeClr val="accent1"/>
              </a:gs>
              <a:gs pos="50000">
                <a:schemeClr val="accent2"/>
              </a:gs>
              <a:gs pos="100000">
                <a:schemeClr val="accent3"/>
              </a:gs>
            </a:gsLst>
            <a:lin ang="0" scaled="1"/>
            <a:tileRect/>
          </a:gradFill>
        </p:spPr>
        <p:txBody>
          <a:bodyPr vert="horz" lIns="162000" tIns="28800" rIns="162000" bIns="45720" rtlCol="0">
            <a:noAutofit/>
          </a:bodyPr>
          <a:lstStyle>
            <a:lvl1pPr>
              <a:defRPr lang="en-GB" sz="1400" spc="-20" dirty="0">
                <a:solidFill>
                  <a:schemeClr val="bg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E05B52-E04D-DFEC-C76A-C3BC666C274E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11110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Dashboard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0A7E7CD-6259-10A1-66D8-E779D5EDB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870585"/>
            <a:ext cx="4932741" cy="1325563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33B0E-0F3D-13D6-F9BB-815046C23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1D376C-8943-AE09-0D61-73566F47A463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78653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0A7E7CD-6259-10A1-66D8-E779D5EDB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8" y="870586"/>
            <a:ext cx="10512805" cy="560282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33B0E-0F3D-13D6-F9BB-815046C23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47AD5-2E03-C17B-FCFD-F58332467D8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47308" y="1803400"/>
            <a:ext cx="11097384" cy="39941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9609E03-4AD3-273A-AA1B-5E29A6E8C726}"/>
              </a:ext>
            </a:extLst>
          </p:cNvPr>
          <p:cNvGrpSpPr/>
          <p:nvPr userDrawn="1"/>
        </p:nvGrpSpPr>
        <p:grpSpPr>
          <a:xfrm>
            <a:off x="-2438142" y="-1"/>
            <a:ext cx="2336479" cy="4873422"/>
            <a:chOff x="-2438142" y="-1"/>
            <a:chExt cx="2336479" cy="4873422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8757B79C-95E9-02FB-19AE-7A516A1925ED}"/>
                </a:ext>
              </a:extLst>
            </p:cNvPr>
            <p:cNvSpPr/>
            <p:nvPr/>
          </p:nvSpPr>
          <p:spPr>
            <a:xfrm>
              <a:off x="-2438141" y="-1"/>
              <a:ext cx="2336478" cy="487342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33333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2CE7D4C-F1C2-E494-FDA3-B25EFFE92CDC}"/>
                </a:ext>
              </a:extLst>
            </p:cNvPr>
            <p:cNvSpPr/>
            <p:nvPr/>
          </p:nvSpPr>
          <p:spPr>
            <a:xfrm rot="10800000" flipV="1">
              <a:off x="-2438142" y="-1"/>
              <a:ext cx="2336478" cy="52016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GB" sz="1200" b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How to use bullets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03DE54D-8880-6B94-F42A-FB1D1EAB6BA8}"/>
                </a:ext>
              </a:extLst>
            </p:cNvPr>
            <p:cNvSpPr txBox="1"/>
            <p:nvPr userDrawn="1"/>
          </p:nvSpPr>
          <p:spPr>
            <a:xfrm>
              <a:off x="-2349564" y="626927"/>
              <a:ext cx="2115015" cy="280207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indent="0" algn="l">
                <a:spcAft>
                  <a:spcPts val="600"/>
                </a:spcAft>
                <a:buNone/>
              </a:pP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This slide contains </a:t>
              </a:r>
              <a:b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</a:b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pre-formatted bullets:</a:t>
              </a:r>
              <a:b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 defTabSz="914400" rtl="0" eaLnBrk="1" latinLnBrk="0" hangingPunct="1">
                <a:spcAft>
                  <a:spcPts val="600"/>
                </a:spcAft>
                <a:buAutoNum type="arabicPeriod"/>
              </a:pP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If you want to use your pre-formatted bullets, click on the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Increase List Level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+mn-lt"/>
                  <a:ea typeface="+mn-ea"/>
                  <a:cs typeface="+mn-cs"/>
                </a:rPr>
                <a:t>button.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endParaRPr lang="en-GB" sz="900" b="0" spc="20" baseline="0">
                <a:solidFill>
                  <a:srgbClr val="000000"/>
                </a:solidFill>
                <a:latin typeface="+mn-lt"/>
              </a:endParaRP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To indent your bullets </a:t>
              </a:r>
              <a:br>
                <a:rPr lang="en-GB" sz="900" b="0" spc="20" baseline="0">
                  <a:solidFill>
                    <a:srgbClr val="000000"/>
                  </a:solidFill>
                  <a:latin typeface="+mn-lt"/>
                </a:rPr>
              </a:b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to the next level, click on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Increase List Level </a:t>
              </a: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again.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b="0" spc="20" baseline="0">
                  <a:solidFill>
                    <a:srgbClr val="000000"/>
                  </a:solidFill>
                  <a:latin typeface="+mn-lt"/>
                </a:rPr>
                <a:t>If you want to remove them, just click the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Decrease List </a:t>
              </a:r>
              <a:b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</a:b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Level button.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0394835F-4250-1000-B6E4-B81C61CBCAE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38142" y="2392552"/>
              <a:ext cx="2336478" cy="640863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C18D3EB-BE91-85E6-AF79-CDDA8C2912F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38142" y="4232557"/>
              <a:ext cx="2336478" cy="640863"/>
            </a:xfrm>
            <a:prstGeom prst="rect">
              <a:avLst/>
            </a:prstGeom>
          </p:spPr>
        </p:pic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56432E65-B532-BB5C-17A8-26508A84450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78896" y="1052998"/>
              <a:ext cx="1431489" cy="801849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BBA8EE69-669F-D73A-D8E2-E59FA5978262}"/>
              </a:ext>
            </a:extLst>
          </p:cNvPr>
          <p:cNvGrpSpPr/>
          <p:nvPr userDrawn="1"/>
        </p:nvGrpSpPr>
        <p:grpSpPr>
          <a:xfrm>
            <a:off x="12287571" y="0"/>
            <a:ext cx="2336479" cy="4937760"/>
            <a:chOff x="12287571" y="0"/>
            <a:chExt cx="2336479" cy="493776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C422D78-1817-0828-D37E-F3B079152B42}"/>
                </a:ext>
              </a:extLst>
            </p:cNvPr>
            <p:cNvSpPr/>
            <p:nvPr userDrawn="1"/>
          </p:nvSpPr>
          <p:spPr>
            <a:xfrm>
              <a:off x="12287572" y="0"/>
              <a:ext cx="2336478" cy="49377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33333"/>
                </a:solidFill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996B724-95BB-6032-036F-0D88DA5DFABA}"/>
                </a:ext>
              </a:extLst>
            </p:cNvPr>
            <p:cNvSpPr/>
            <p:nvPr userDrawn="1"/>
          </p:nvSpPr>
          <p:spPr>
            <a:xfrm rot="10800000" flipV="1">
              <a:off x="12287571" y="0"/>
              <a:ext cx="2336478" cy="52016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GB" sz="1200" b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How to insert an image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4C3E990-EA9E-4F6C-2F63-32E04F572202}"/>
                </a:ext>
              </a:extLst>
            </p:cNvPr>
            <p:cNvSpPr txBox="1"/>
            <p:nvPr userDrawn="1"/>
          </p:nvSpPr>
          <p:spPr>
            <a:xfrm>
              <a:off x="12376149" y="626927"/>
              <a:ext cx="2115015" cy="41889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If there is already an image present, </a:t>
              </a:r>
              <a:r>
                <a:rPr lang="en-GB" sz="900" b="0" spc="20" baseline="0">
                  <a:solidFill>
                    <a:srgbClr val="000000"/>
                  </a:solidFill>
                  <a:latin typeface="Avenir Next LT Pro Demi" panose="020B0704020202020204" pitchFamily="34" charset="0"/>
                </a:rPr>
                <a:t>delete this first.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Click on the </a:t>
              </a:r>
              <a:r>
                <a:rPr lang="en-GB" sz="900" b="1" spc="20" baseline="0">
                  <a:solidFill>
                    <a:srgbClr val="000000"/>
                  </a:solidFill>
                </a:rPr>
                <a:t>icon</a:t>
              </a:r>
              <a:r>
                <a:rPr lang="en-GB" sz="900" spc="20" baseline="0">
                  <a:solidFill>
                    <a:srgbClr val="000000"/>
                  </a:solidFill>
                </a:rPr>
                <a:t> in the middle of the placeholder and choose the image from your computer.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Click on the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Format Picture </a:t>
              </a:r>
              <a:r>
                <a:rPr lang="en-GB" sz="900" spc="20" baseline="0">
                  <a:solidFill>
                    <a:srgbClr val="000000"/>
                  </a:solidFill>
                </a:rPr>
                <a:t>tab in the ribbon and use the tools to edit the image.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Crop</a:t>
              </a:r>
              <a:r>
                <a:rPr lang="en-GB" sz="900" spc="20" baseline="0">
                  <a:solidFill>
                    <a:srgbClr val="000000"/>
                  </a:solidFill>
                </a:rPr>
                <a:t> to resize and move the image within the placeholder, using the white circles in the corners of the image. Click on the drop down arrow and 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Fit</a:t>
              </a:r>
              <a:r>
                <a:rPr lang="en-GB" sz="900" spc="20" baseline="0">
                  <a:solidFill>
                    <a:srgbClr val="000000"/>
                  </a:solidFill>
                </a:rPr>
                <a:t> to fit the image to the placeholder.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Picture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Colour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spc="20" baseline="0">
                  <a:solidFill>
                    <a:srgbClr val="000000"/>
                  </a:solidFill>
                </a:rPr>
                <a:t>to adjust the Saturation, Tone, and Colour.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Picture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Correction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spc="20" baseline="0">
                  <a:solidFill>
                    <a:srgbClr val="000000"/>
                  </a:solidFill>
                </a:rPr>
                <a:t>to adjust the Sharpness, Brightness, and Contrast.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Once you are happy with your image, right click on it and select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 ‘Send to back’. </a:t>
              </a:r>
            </a:p>
          </p:txBody>
        </p: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F0ACDF6A-4F6F-5382-2EA7-A4B8BE0654A9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8454028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E2275F2B-63C7-968D-586E-6F023CB9659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295165" y="-2667619"/>
            <a:ext cx="11653770" cy="8886328"/>
          </a:xfrm>
          <a:custGeom>
            <a:avLst/>
            <a:gdLst>
              <a:gd name="connsiteX0" fmla="*/ 1109561 w 11653770"/>
              <a:gd name="connsiteY0" fmla="*/ 265 h 8886328"/>
              <a:gd name="connsiteX1" fmla="*/ 1711464 w 11653770"/>
              <a:gd name="connsiteY1" fmla="*/ 199570 h 8886328"/>
              <a:gd name="connsiteX2" fmla="*/ 11195948 w 11653770"/>
              <a:gd name="connsiteY2" fmla="*/ 6916612 h 8886328"/>
              <a:gd name="connsiteX3" fmla="*/ 11454201 w 11653770"/>
              <a:gd name="connsiteY3" fmla="*/ 8428507 h 8886328"/>
              <a:gd name="connsiteX4" fmla="*/ 11454202 w 11653770"/>
              <a:gd name="connsiteY4" fmla="*/ 8428506 h 8886328"/>
              <a:gd name="connsiteX5" fmla="*/ 9942308 w 11653770"/>
              <a:gd name="connsiteY5" fmla="*/ 8686759 h 8886328"/>
              <a:gd name="connsiteX6" fmla="*/ 457822 w 11653770"/>
              <a:gd name="connsiteY6" fmla="*/ 1969717 h 8886328"/>
              <a:gd name="connsiteX7" fmla="*/ 199570 w 11653770"/>
              <a:gd name="connsiteY7" fmla="*/ 457823 h 8886328"/>
              <a:gd name="connsiteX8" fmla="*/ 1109561 w 11653770"/>
              <a:gd name="connsiteY8" fmla="*/ 265 h 8886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3770" h="8886328">
                <a:moveTo>
                  <a:pt x="1109561" y="265"/>
                </a:moveTo>
                <a:cubicBezTo>
                  <a:pt x="1318406" y="4874"/>
                  <a:pt x="1528160" y="69751"/>
                  <a:pt x="1711464" y="199570"/>
                </a:cubicBezTo>
                <a:lnTo>
                  <a:pt x="11195948" y="6916612"/>
                </a:lnTo>
                <a:cubicBezTo>
                  <a:pt x="11684761" y="7262796"/>
                  <a:pt x="11800384" y="7939694"/>
                  <a:pt x="11454201" y="8428507"/>
                </a:cubicBezTo>
                <a:lnTo>
                  <a:pt x="11454202" y="8428506"/>
                </a:lnTo>
                <a:cubicBezTo>
                  <a:pt x="11108018" y="8917319"/>
                  <a:pt x="10431120" y="9032942"/>
                  <a:pt x="9942308" y="8686759"/>
                </a:cubicBezTo>
                <a:cubicBezTo>
                  <a:pt x="6780813" y="6447745"/>
                  <a:pt x="3619317" y="4208731"/>
                  <a:pt x="457822" y="1969717"/>
                </a:cubicBezTo>
                <a:cubicBezTo>
                  <a:pt x="-30990" y="1623533"/>
                  <a:pt x="-146614" y="946635"/>
                  <a:pt x="199570" y="457823"/>
                </a:cubicBezTo>
                <a:cubicBezTo>
                  <a:pt x="415935" y="152315"/>
                  <a:pt x="761485" y="-7416"/>
                  <a:pt x="1109561" y="265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53000">
                <a:schemeClr val="accent2"/>
              </a:gs>
              <a:gs pos="80000">
                <a:schemeClr val="accent3"/>
              </a:gs>
            </a:gsLst>
            <a:lin ang="16200000" scaled="1"/>
            <a:tileRect/>
          </a:gra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bIns="540000" rtlCol="0" anchor="ctr">
            <a:noAutofit/>
          </a:bodyPr>
          <a:lstStyle>
            <a:lvl1pPr>
              <a:defRPr lang="en-GB" sz="16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GB"/>
              <a:t>Click icon &gt;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5548691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29E7B211-4050-D1D3-FA80-73C54314D5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942" y="3548232"/>
            <a:ext cx="272610" cy="272880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4ACC8B15-4871-F4C2-5797-46CFFA8F16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1736" y="3578309"/>
            <a:ext cx="3206424" cy="212725"/>
          </a:xfrm>
        </p:spPr>
        <p:txBody>
          <a:bodyPr anchor="ctr"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3C2A26B-2CD4-B1E7-9336-7382259572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7309" y="2877624"/>
            <a:ext cx="3780851" cy="365124"/>
          </a:xfrm>
        </p:spPr>
        <p:txBody>
          <a:bodyPr anchor="b"/>
          <a:lstStyle>
            <a:lvl1pPr>
              <a:defRPr sz="1800">
                <a:solidFill>
                  <a:schemeClr val="accent2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D59FD577-AAF5-BB2C-51C1-52FD63E7DF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942" y="4252909"/>
            <a:ext cx="272610" cy="272880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151A22D2-B335-DA78-09C8-CC9EE06808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1736" y="4282986"/>
            <a:ext cx="3206424" cy="212725"/>
          </a:xfrm>
        </p:spPr>
        <p:txBody>
          <a:bodyPr anchor="ctr"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E23FC99-1911-4004-8944-D91CFC49C2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942" y="4894430"/>
            <a:ext cx="272610" cy="272880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25B2F06-3D1C-9F4E-C431-D641C624DA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1736" y="4924507"/>
            <a:ext cx="3206424" cy="212725"/>
          </a:xfrm>
        </p:spPr>
        <p:txBody>
          <a:bodyPr anchor="ctr"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5091C3F8-C053-4575-EB5E-9022770279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0581" y="2121972"/>
            <a:ext cx="101889" cy="101990"/>
          </a:xfrm>
          <a:prstGeom prst="ellipse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8FDEEC2B-7441-3487-09CB-9F093CEDCF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2831" y="2121972"/>
            <a:ext cx="101889" cy="101990"/>
          </a:xfrm>
          <a:prstGeom prst="ellipse">
            <a:avLst/>
          </a:prstGeom>
          <a:solidFill>
            <a:srgbClr val="D5D5D5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3493615-F756-B5A5-4D55-F34A487D2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5081" y="2121972"/>
            <a:ext cx="101889" cy="101990"/>
          </a:xfrm>
          <a:prstGeom prst="ellipse">
            <a:avLst/>
          </a:prstGeom>
          <a:solidFill>
            <a:srgbClr val="D5D5D5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0A62B32-64F0-7562-52E5-52A0862AFA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17331" y="2121972"/>
            <a:ext cx="101889" cy="101990"/>
          </a:xfrm>
          <a:prstGeom prst="ellipse">
            <a:avLst/>
          </a:prstGeom>
          <a:solidFill>
            <a:srgbClr val="D5D5D5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E27E8DB0-D1D4-B49A-2AF7-53A5EBD3DD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8660" y="4032854"/>
            <a:ext cx="3096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3DC8B03C-BEE8-3141-E1C4-183CEF8A31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18660" y="4688509"/>
            <a:ext cx="3096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8F1039DA-F911-B2FC-5441-C26815A7B4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18660" y="5336157"/>
            <a:ext cx="3096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B6BB6B6-1D44-1F69-0D4B-FF6E928DA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48036-6308-6B9B-5DA3-F9CDC711B6A4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B2177D9-E51B-A9D5-6F58-18F49D596B01}"/>
              </a:ext>
            </a:extLst>
          </p:cNvPr>
          <p:cNvGrpSpPr/>
          <p:nvPr userDrawn="1"/>
        </p:nvGrpSpPr>
        <p:grpSpPr>
          <a:xfrm>
            <a:off x="12287571" y="0"/>
            <a:ext cx="2336479" cy="4937760"/>
            <a:chOff x="12287571" y="0"/>
            <a:chExt cx="2336479" cy="493776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268074A-FC05-92BD-A687-C5F4B7DC390E}"/>
                </a:ext>
              </a:extLst>
            </p:cNvPr>
            <p:cNvSpPr/>
            <p:nvPr userDrawn="1"/>
          </p:nvSpPr>
          <p:spPr>
            <a:xfrm>
              <a:off x="12287572" y="0"/>
              <a:ext cx="2336478" cy="49377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solidFill>
                  <a:srgbClr val="333333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75BCA0-91E6-E3C3-1AEE-FC731D74309A}"/>
                </a:ext>
              </a:extLst>
            </p:cNvPr>
            <p:cNvSpPr/>
            <p:nvPr userDrawn="1"/>
          </p:nvSpPr>
          <p:spPr>
            <a:xfrm rot="10800000" flipV="1">
              <a:off x="12287571" y="0"/>
              <a:ext cx="2336478" cy="52016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r>
                <a:rPr lang="en-GB" sz="1200" b="0">
                  <a:solidFill>
                    <a:schemeClr val="bg1"/>
                  </a:solidFill>
                  <a:latin typeface="Avenir Next LT Pro Demi" panose="020B0704020202020204" pitchFamily="34" charset="0"/>
                </a:rPr>
                <a:t>How to insert an image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3067F86-BC37-DB2D-7406-45143E0E28E4}"/>
                </a:ext>
              </a:extLst>
            </p:cNvPr>
            <p:cNvSpPr txBox="1"/>
            <p:nvPr userDrawn="1"/>
          </p:nvSpPr>
          <p:spPr>
            <a:xfrm>
              <a:off x="12376149" y="626927"/>
              <a:ext cx="2115015" cy="418891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If there is already an image present, </a:t>
              </a:r>
              <a:r>
                <a:rPr lang="en-GB" sz="900" b="0" spc="20" baseline="0">
                  <a:solidFill>
                    <a:srgbClr val="000000"/>
                  </a:solidFill>
                  <a:latin typeface="Avenir Next LT Pro Demi" panose="020B0704020202020204" pitchFamily="34" charset="0"/>
                </a:rPr>
                <a:t>delete this first.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Click on the </a:t>
              </a:r>
              <a:r>
                <a:rPr lang="en-GB" sz="900" b="1" spc="20" baseline="0">
                  <a:solidFill>
                    <a:srgbClr val="000000"/>
                  </a:solidFill>
                </a:rPr>
                <a:t>icon</a:t>
              </a:r>
              <a:r>
                <a:rPr lang="en-GB" sz="900" spc="20" baseline="0">
                  <a:solidFill>
                    <a:srgbClr val="000000"/>
                  </a:solidFill>
                </a:rPr>
                <a:t> in the middle of the placeholder and choose the image from your computer.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Click on the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Format Picture </a:t>
              </a:r>
              <a:r>
                <a:rPr lang="en-GB" sz="900" spc="20" baseline="0">
                  <a:solidFill>
                    <a:srgbClr val="000000"/>
                  </a:solidFill>
                </a:rPr>
                <a:t>tab in the ribbon and use the tools to edit the image.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Crop</a:t>
              </a:r>
              <a:r>
                <a:rPr lang="en-GB" sz="900" spc="20" baseline="0">
                  <a:solidFill>
                    <a:srgbClr val="000000"/>
                  </a:solidFill>
                </a:rPr>
                <a:t> to resize and move the image within the placeholder, using the white circles in the corners of the image. Click on the drop down arrow and 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Fit</a:t>
              </a:r>
              <a:r>
                <a:rPr lang="en-GB" sz="900" spc="20" baseline="0">
                  <a:solidFill>
                    <a:srgbClr val="000000"/>
                  </a:solidFill>
                </a:rPr>
                <a:t> to fit the image to the placeholder.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Picture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Colour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spc="20" baseline="0">
                  <a:solidFill>
                    <a:srgbClr val="000000"/>
                  </a:solidFill>
                </a:rPr>
                <a:t>to adjust the Saturation, Tone, and Colour.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Choose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Picture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Correction</a:t>
              </a:r>
              <a:r>
                <a:rPr lang="en-GB" sz="900" b="1" spc="20" baseline="0">
                  <a:solidFill>
                    <a:srgbClr val="000000"/>
                  </a:solidFill>
                </a:rPr>
                <a:t> </a:t>
              </a:r>
              <a:r>
                <a:rPr lang="en-GB" sz="900" spc="20" baseline="0">
                  <a:solidFill>
                    <a:srgbClr val="000000"/>
                  </a:solidFill>
                </a:rPr>
                <a:t>to adjust the Sharpness, Brightness, and Contrast.</a:t>
              </a:r>
            </a:p>
            <a:p>
              <a:pPr marL="228600" indent="-228600" algn="l">
                <a:spcAft>
                  <a:spcPts val="600"/>
                </a:spcAft>
                <a:buAutoNum type="arabicPeriod"/>
              </a:pPr>
              <a:r>
                <a:rPr lang="en-GB" sz="900" spc="20" baseline="0">
                  <a:solidFill>
                    <a:srgbClr val="000000"/>
                  </a:solidFill>
                </a:rPr>
                <a:t>Once you are happy with your image, right click on it and select</a:t>
              </a:r>
              <a:r>
                <a:rPr lang="en-GB" sz="900" b="0" kern="1200" spc="20" baseline="0">
                  <a:solidFill>
                    <a:srgbClr val="000000"/>
                  </a:solidFill>
                  <a:latin typeface="Avenir Next LT Pro Demi" panose="020B0704020202020204" pitchFamily="34" charset="0"/>
                  <a:ea typeface="+mn-ea"/>
                  <a:cs typeface="+mn-cs"/>
                </a:rPr>
                <a:t> ‘Send to back’. </a:t>
              </a: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77410335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5AF5E1-CD3F-C4FA-7005-CB7C28B19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47F2C-D3C6-A12C-28CC-85C2F9BBC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838A97-59C4-FB21-0640-FCA0F4016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217A-B9F2-4E23-8F9A-7F776443F5A1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D8750-3307-C902-8781-70FBF78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E738C-2810-E734-FDE8-642D38625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C0A458-4A90-40C7-860F-EA19E3A954C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26916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-01.png" descr="Logo-01.p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12737" y="5879750"/>
            <a:ext cx="1465009" cy="8933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187990496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5548691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29E7B211-4050-D1D3-FA80-73C54314D5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942" y="3548232"/>
            <a:ext cx="272610" cy="272880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4ACC8B15-4871-F4C2-5797-46CFFA8F16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1736" y="3578309"/>
            <a:ext cx="3206424" cy="212725"/>
          </a:xfrm>
        </p:spPr>
        <p:txBody>
          <a:bodyPr anchor="ctr"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3C2A26B-2CD4-B1E7-9336-7382259572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7309" y="2877622"/>
            <a:ext cx="3780851" cy="365125"/>
          </a:xfrm>
        </p:spPr>
        <p:txBody>
          <a:bodyPr anchor="b"/>
          <a:lstStyle>
            <a:lvl1pPr>
              <a:defRPr sz="1800">
                <a:solidFill>
                  <a:schemeClr val="accent2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D59FD577-AAF5-BB2C-51C1-52FD63E7DF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942" y="4252909"/>
            <a:ext cx="272610" cy="272880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151A22D2-B335-DA78-09C8-CC9EE06808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1736" y="4282986"/>
            <a:ext cx="3206424" cy="212725"/>
          </a:xfrm>
        </p:spPr>
        <p:txBody>
          <a:bodyPr anchor="ctr"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E23FC99-1911-4004-8944-D91CFC49C2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942" y="4894430"/>
            <a:ext cx="272610" cy="272880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25B2F06-3D1C-9F4E-C431-D641C624DA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1736" y="4924507"/>
            <a:ext cx="3206424" cy="212725"/>
          </a:xfrm>
        </p:spPr>
        <p:txBody>
          <a:bodyPr anchor="ctr"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5091C3F8-C053-4575-EB5E-9022770279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0581" y="2121972"/>
            <a:ext cx="101889" cy="101990"/>
          </a:xfrm>
          <a:prstGeom prst="ellipse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8FDEEC2B-7441-3487-09CB-9F093CEDCF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2831" y="2121972"/>
            <a:ext cx="101889" cy="101990"/>
          </a:xfrm>
          <a:prstGeom prst="ellipse">
            <a:avLst/>
          </a:prstGeom>
          <a:solidFill>
            <a:srgbClr val="D5D5D5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3493615-F756-B5A5-4D55-F34A487D2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5081" y="2121972"/>
            <a:ext cx="101889" cy="101990"/>
          </a:xfrm>
          <a:prstGeom prst="ellipse">
            <a:avLst/>
          </a:prstGeom>
          <a:solidFill>
            <a:srgbClr val="D5D5D5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0A62B32-64F0-7562-52E5-52A0862AFA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17331" y="2121972"/>
            <a:ext cx="101889" cy="101990"/>
          </a:xfrm>
          <a:prstGeom prst="ellipse">
            <a:avLst/>
          </a:prstGeom>
          <a:solidFill>
            <a:srgbClr val="D5D5D5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E27E8DB0-D1D4-B49A-2AF7-53A5EBD3DD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8660" y="4032854"/>
            <a:ext cx="3096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3DC8B03C-BEE8-3141-E1C4-183CEF8A31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18660" y="4688509"/>
            <a:ext cx="3096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8F1039DA-F911-B2FC-5441-C26815A7B4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18660" y="5336157"/>
            <a:ext cx="3096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289CC73D-A68C-30F6-30E7-179DAC6D4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93F555-97E3-8D12-4144-91FB9DD8DD3D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50000">
                <a:srgbClr val="4C9DA0"/>
              </a:gs>
              <a:gs pos="100000">
                <a:schemeClr val="accent3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9728008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52CF4A7-BBD0-B021-4B98-4C7B6FDF4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6285291" cy="1802765"/>
          </a:xfrm>
        </p:spPr>
        <p:txBody>
          <a:bodyPr anchor="t"/>
          <a:lstStyle>
            <a:lvl1pPr>
              <a:lnSpc>
                <a:spcPct val="100000"/>
              </a:lnSpc>
              <a:defRPr sz="41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0D0B602-0438-BC75-14FB-6164994806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309" y="5968458"/>
            <a:ext cx="2698750" cy="419100"/>
          </a:xfrm>
        </p:spPr>
        <p:txBody>
          <a:bodyPr/>
          <a:lstStyle>
            <a:lvl1pPr>
              <a:defRPr sz="2200" b="0"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/>
              <a:t>Presenter name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BDFDE7A-2C04-8077-A69B-44ACF206F1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6750" y="5882816"/>
            <a:ext cx="2340000" cy="216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3547F34-6A9C-95F8-E4AE-417E940083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62583" y="320671"/>
            <a:ext cx="1275416" cy="792542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4D6CA61-7DFB-16E7-56C2-CB44A73C819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94052" y="-474314"/>
            <a:ext cx="6555488" cy="9428721"/>
          </a:xfrm>
          <a:custGeom>
            <a:avLst/>
            <a:gdLst>
              <a:gd name="connsiteX0" fmla="*/ 5530975 w 6555488"/>
              <a:gd name="connsiteY0" fmla="*/ 1118 h 9428721"/>
              <a:gd name="connsiteX1" fmla="*/ 6037023 w 6555488"/>
              <a:gd name="connsiteY1" fmla="*/ 152797 h 9428721"/>
              <a:gd name="connsiteX2" fmla="*/ 6400939 w 6555488"/>
              <a:gd name="connsiteY2" fmla="*/ 1608963 h 9428721"/>
              <a:gd name="connsiteX3" fmla="*/ 1998930 w 6555488"/>
              <a:gd name="connsiteY3" fmla="*/ 8918457 h 9428721"/>
              <a:gd name="connsiteX4" fmla="*/ 517754 w 6555488"/>
              <a:gd name="connsiteY4" fmla="*/ 9276240 h 9428721"/>
              <a:gd name="connsiteX5" fmla="*/ 519004 w 6555488"/>
              <a:gd name="connsiteY5" fmla="*/ 9275009 h 9428721"/>
              <a:gd name="connsiteX6" fmla="*/ 155151 w 6555488"/>
              <a:gd name="connsiteY6" fmla="*/ 7820074 h 9428721"/>
              <a:gd name="connsiteX7" fmla="*/ 4557097 w 6555488"/>
              <a:gd name="connsiteY7" fmla="*/ 510517 h 9428721"/>
              <a:gd name="connsiteX8" fmla="*/ 5530975 w 6555488"/>
              <a:gd name="connsiteY8" fmla="*/ 1118 h 94287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555488" h="9428721">
                <a:moveTo>
                  <a:pt x="5530975" y="1118"/>
                </a:moveTo>
                <a:cubicBezTo>
                  <a:pt x="5704696" y="8964"/>
                  <a:pt x="5878669" y="58253"/>
                  <a:pt x="6037023" y="152797"/>
                </a:cubicBezTo>
                <a:cubicBezTo>
                  <a:pt x="6543754" y="454106"/>
                  <a:pt x="6707391" y="1109569"/>
                  <a:pt x="6400939" y="1608963"/>
                </a:cubicBezTo>
                <a:lnTo>
                  <a:pt x="1998930" y="8918457"/>
                </a:lnTo>
                <a:cubicBezTo>
                  <a:pt x="1692415" y="9416682"/>
                  <a:pt x="1025736" y="9578718"/>
                  <a:pt x="517754" y="9276240"/>
                </a:cubicBezTo>
                <a:lnTo>
                  <a:pt x="519004" y="9275009"/>
                </a:lnTo>
                <a:cubicBezTo>
                  <a:pt x="12273" y="8973699"/>
                  <a:pt x="-152615" y="8318238"/>
                  <a:pt x="155151" y="7820074"/>
                </a:cubicBezTo>
                <a:lnTo>
                  <a:pt x="4557097" y="510517"/>
                </a:lnTo>
                <a:cubicBezTo>
                  <a:pt x="4767826" y="167184"/>
                  <a:pt x="5148789" y="-16142"/>
                  <a:pt x="5530975" y="1118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0"/>
                </a:schemeClr>
              </a:gs>
              <a:gs pos="31500">
                <a:schemeClr val="accent2">
                  <a:alpha val="20000"/>
                </a:schemeClr>
              </a:gs>
              <a:gs pos="76000">
                <a:schemeClr val="accent1">
                  <a:alpha val="40000"/>
                </a:schemeClr>
              </a:gs>
              <a:gs pos="100000">
                <a:srgbClr val="0E2881">
                  <a:alpha val="6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/>
              <a:t> </a:t>
            </a:r>
            <a:endParaRPr lang="en-GB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585FB2F1-25C7-BF5F-702A-C26946D136A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85030" y="2038363"/>
            <a:ext cx="11081646" cy="6924570"/>
          </a:xfrm>
          <a:custGeom>
            <a:avLst/>
            <a:gdLst>
              <a:gd name="connsiteX0" fmla="*/ 10005975 w 11081646"/>
              <a:gd name="connsiteY0" fmla="*/ 19 h 6924570"/>
              <a:gd name="connsiteX1" fmla="*/ 10952667 w 11081646"/>
              <a:gd name="connsiteY1" fmla="*/ 557767 h 6924570"/>
              <a:gd name="connsiteX2" fmla="*/ 10953856 w 11081646"/>
              <a:gd name="connsiteY2" fmla="*/ 556598 h 6924570"/>
              <a:gd name="connsiteX3" fmla="*/ 10514280 w 11081646"/>
              <a:gd name="connsiteY3" fmla="*/ 1992341 h 6924570"/>
              <a:gd name="connsiteX4" fmla="*/ 5445592 w 11081646"/>
              <a:gd name="connsiteY4" fmla="*/ 4730580 h 6924570"/>
              <a:gd name="connsiteX5" fmla="*/ 5419956 w 11081646"/>
              <a:gd name="connsiteY5" fmla="*/ 4740176 h 6924570"/>
              <a:gd name="connsiteX6" fmla="*/ 1588207 w 11081646"/>
              <a:gd name="connsiteY6" fmla="*/ 6798961 h 6924570"/>
              <a:gd name="connsiteX7" fmla="*/ 127791 w 11081646"/>
              <a:gd name="connsiteY7" fmla="*/ 6366743 h 6924570"/>
              <a:gd name="connsiteX8" fmla="*/ 567366 w 11081646"/>
              <a:gd name="connsiteY8" fmla="*/ 4931063 h 6924570"/>
              <a:gd name="connsiteX9" fmla="*/ 8845081 w 11081646"/>
              <a:gd name="connsiteY9" fmla="*/ 485792 h 6924570"/>
              <a:gd name="connsiteX10" fmla="*/ 8869466 w 11081646"/>
              <a:gd name="connsiteY10" fmla="*/ 474965 h 6924570"/>
              <a:gd name="connsiteX11" fmla="*/ 9492251 w 11081646"/>
              <a:gd name="connsiteY11" fmla="*/ 125611 h 6924570"/>
              <a:gd name="connsiteX12" fmla="*/ 10005975 w 11081646"/>
              <a:gd name="connsiteY12" fmla="*/ 19 h 6924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1081646" h="6924570">
                <a:moveTo>
                  <a:pt x="10005975" y="19"/>
                </a:moveTo>
                <a:cubicBezTo>
                  <a:pt x="10388719" y="2243"/>
                  <a:pt x="10759563" y="204537"/>
                  <a:pt x="10952667" y="557767"/>
                </a:cubicBezTo>
                <a:lnTo>
                  <a:pt x="10953856" y="556598"/>
                </a:lnTo>
                <a:cubicBezTo>
                  <a:pt x="11234733" y="1070387"/>
                  <a:pt x="11036894" y="1716253"/>
                  <a:pt x="10514280" y="1992341"/>
                </a:cubicBezTo>
                <a:lnTo>
                  <a:pt x="5445592" y="4730580"/>
                </a:lnTo>
                <a:cubicBezTo>
                  <a:pt x="5437026" y="4734147"/>
                  <a:pt x="5428522" y="4736547"/>
                  <a:pt x="5419956" y="4740176"/>
                </a:cubicBezTo>
                <a:lnTo>
                  <a:pt x="1588207" y="6798961"/>
                </a:lnTo>
                <a:cubicBezTo>
                  <a:pt x="1065594" y="7075049"/>
                  <a:pt x="408669" y="6880594"/>
                  <a:pt x="127791" y="6366743"/>
                </a:cubicBezTo>
                <a:cubicBezTo>
                  <a:pt x="-153088" y="5852954"/>
                  <a:pt x="44753" y="5207151"/>
                  <a:pt x="567366" y="4931063"/>
                </a:cubicBezTo>
                <a:lnTo>
                  <a:pt x="8845081" y="485792"/>
                </a:lnTo>
                <a:cubicBezTo>
                  <a:pt x="8852396" y="480994"/>
                  <a:pt x="8860963" y="478595"/>
                  <a:pt x="8869466" y="474965"/>
                </a:cubicBezTo>
                <a:lnTo>
                  <a:pt x="9492251" y="125611"/>
                </a:lnTo>
                <a:cubicBezTo>
                  <a:pt x="9655567" y="39334"/>
                  <a:pt x="9832000" y="-992"/>
                  <a:pt x="10005975" y="19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0"/>
                </a:schemeClr>
              </a:gs>
              <a:gs pos="31500">
                <a:schemeClr val="accent2">
                  <a:alpha val="20000"/>
                </a:schemeClr>
              </a:gs>
              <a:gs pos="76000">
                <a:schemeClr val="accent1">
                  <a:alpha val="30000"/>
                </a:schemeClr>
              </a:gs>
              <a:gs pos="100000">
                <a:srgbClr val="0E2881">
                  <a:alpha val="2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/>
              <a:t> </a:t>
            </a:r>
            <a:endParaRPr lang="en-GB"/>
          </a:p>
        </p:txBody>
      </p:sp>
      <p:sp>
        <p:nvSpPr>
          <p:cNvPr id="4" name="Placeholder">
            <a:extLst>
              <a:ext uri="{FF2B5EF4-FFF2-40B4-BE49-F238E27FC236}">
                <a16:creationId xmlns:a16="http://schemas.microsoft.com/office/drawing/2014/main" id="{EDCE5AC8-9615-BCB5-791B-333A91AB37B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494069" y="-474268"/>
            <a:ext cx="11081602" cy="9430662"/>
          </a:xfrm>
          <a:custGeom>
            <a:avLst/>
            <a:gdLst>
              <a:gd name="connsiteX0" fmla="*/ 5478813 w 11081602"/>
              <a:gd name="connsiteY0" fmla="*/ 3140009 h 9430662"/>
              <a:gd name="connsiteX1" fmla="*/ 4003536 w 11081602"/>
              <a:gd name="connsiteY1" fmla="*/ 5589779 h 9430662"/>
              <a:gd name="connsiteX2" fmla="*/ 4003391 w 11081602"/>
              <a:gd name="connsiteY2" fmla="*/ 5589857 h 9430662"/>
              <a:gd name="connsiteX3" fmla="*/ 4003453 w 11081602"/>
              <a:gd name="connsiteY3" fmla="*/ 5589918 h 9430662"/>
              <a:gd name="connsiteX4" fmla="*/ 4003536 w 11081602"/>
              <a:gd name="connsiteY4" fmla="*/ 5589779 h 9430662"/>
              <a:gd name="connsiteX5" fmla="*/ 6233094 w 11081602"/>
              <a:gd name="connsiteY5" fmla="*/ 4392493 h 9430662"/>
              <a:gd name="connsiteX6" fmla="*/ 5478875 w 11081602"/>
              <a:gd name="connsiteY6" fmla="*/ 4 h 9430662"/>
              <a:gd name="connsiteX7" fmla="*/ 6037068 w 11081602"/>
              <a:gd name="connsiteY7" fmla="*/ 152750 h 9430662"/>
              <a:gd name="connsiteX8" fmla="*/ 6065893 w 11081602"/>
              <a:gd name="connsiteY8" fmla="*/ 170590 h 9430662"/>
              <a:gd name="connsiteX9" fmla="*/ 6077149 w 11081602"/>
              <a:gd name="connsiteY9" fmla="*/ 177911 h 9430662"/>
              <a:gd name="connsiteX10" fmla="*/ 6085277 w 11081602"/>
              <a:gd name="connsiteY10" fmla="*/ 183262 h 9430662"/>
              <a:gd name="connsiteX11" fmla="*/ 6401796 w 11081602"/>
              <a:gd name="connsiteY11" fmla="*/ 510532 h 9430662"/>
              <a:gd name="connsiteX12" fmla="*/ 8126896 w 11081602"/>
              <a:gd name="connsiteY12" fmla="*/ 3375557 h 9430662"/>
              <a:gd name="connsiteX13" fmla="*/ 8845037 w 11081602"/>
              <a:gd name="connsiteY13" fmla="*/ 2989908 h 9430662"/>
              <a:gd name="connsiteX14" fmla="*/ 8869422 w 11081602"/>
              <a:gd name="connsiteY14" fmla="*/ 2979081 h 9430662"/>
              <a:gd name="connsiteX15" fmla="*/ 9492207 w 11081602"/>
              <a:gd name="connsiteY15" fmla="*/ 2629726 h 9430662"/>
              <a:gd name="connsiteX16" fmla="*/ 10952623 w 11081602"/>
              <a:gd name="connsiteY16" fmla="*/ 3061882 h 9430662"/>
              <a:gd name="connsiteX17" fmla="*/ 10953812 w 11081602"/>
              <a:gd name="connsiteY17" fmla="*/ 3060652 h 9430662"/>
              <a:gd name="connsiteX18" fmla="*/ 10514236 w 11081602"/>
              <a:gd name="connsiteY18" fmla="*/ 4496395 h 9430662"/>
              <a:gd name="connsiteX19" fmla="*/ 9222146 w 11081602"/>
              <a:gd name="connsiteY19" fmla="*/ 5194426 h 9430662"/>
              <a:gd name="connsiteX20" fmla="*/ 10803805 w 11081602"/>
              <a:gd name="connsiteY20" fmla="*/ 7821196 h 9430662"/>
              <a:gd name="connsiteX21" fmla="*/ 10956562 w 11081602"/>
              <a:gd name="connsiteY21" fmla="*/ 8306441 h 9430662"/>
              <a:gd name="connsiteX22" fmla="*/ 10958688 w 11081602"/>
              <a:gd name="connsiteY22" fmla="*/ 8372510 h 9430662"/>
              <a:gd name="connsiteX23" fmla="*/ 9882322 w 11081602"/>
              <a:gd name="connsiteY23" fmla="*/ 9430662 h 9430662"/>
              <a:gd name="connsiteX24" fmla="*/ 9209891 w 11081602"/>
              <a:gd name="connsiteY24" fmla="*/ 9198682 h 9430662"/>
              <a:gd name="connsiteX25" fmla="*/ 9199073 w 11081602"/>
              <a:gd name="connsiteY25" fmla="*/ 9190131 h 9430662"/>
              <a:gd name="connsiteX26" fmla="*/ 9196884 w 11081602"/>
              <a:gd name="connsiteY26" fmla="*/ 9188408 h 9430662"/>
              <a:gd name="connsiteX27" fmla="*/ 8958713 w 11081602"/>
              <a:gd name="connsiteY27" fmla="*/ 8918472 h 9430662"/>
              <a:gd name="connsiteX28" fmla="*/ 7331221 w 11081602"/>
              <a:gd name="connsiteY28" fmla="*/ 6216036 h 9430662"/>
              <a:gd name="connsiteX29" fmla="*/ 5445548 w 11081602"/>
              <a:gd name="connsiteY29" fmla="*/ 7234756 h 9430662"/>
              <a:gd name="connsiteX30" fmla="*/ 5419911 w 11081602"/>
              <a:gd name="connsiteY30" fmla="*/ 7244353 h 9430662"/>
              <a:gd name="connsiteX31" fmla="*/ 1588162 w 11081602"/>
              <a:gd name="connsiteY31" fmla="*/ 9303137 h 9430662"/>
              <a:gd name="connsiteX32" fmla="*/ 1079994 w 11081602"/>
              <a:gd name="connsiteY32" fmla="*/ 9428693 h 9430662"/>
              <a:gd name="connsiteX33" fmla="*/ 1074929 w 11081602"/>
              <a:gd name="connsiteY33" fmla="*/ 9428693 h 9430662"/>
              <a:gd name="connsiteX34" fmla="*/ 1073615 w 11081602"/>
              <a:gd name="connsiteY34" fmla="*/ 9428693 h 9430662"/>
              <a:gd name="connsiteX35" fmla="*/ 517736 w 11081602"/>
              <a:gd name="connsiteY35" fmla="*/ 9276255 h 9430662"/>
              <a:gd name="connsiteX36" fmla="*/ 518987 w 11081602"/>
              <a:gd name="connsiteY36" fmla="*/ 9275024 h 9430662"/>
              <a:gd name="connsiteX37" fmla="*/ 514610 w 11081602"/>
              <a:gd name="connsiteY37" fmla="*/ 9272317 h 9430662"/>
              <a:gd name="connsiteX38" fmla="*/ 498165 w 11081602"/>
              <a:gd name="connsiteY38" fmla="*/ 9262229 h 9430662"/>
              <a:gd name="connsiteX39" fmla="*/ 493788 w 11081602"/>
              <a:gd name="connsiteY39" fmla="*/ 9259461 h 9430662"/>
              <a:gd name="connsiteX40" fmla="*/ 127746 w 11081602"/>
              <a:gd name="connsiteY40" fmla="*/ 8870858 h 9430662"/>
              <a:gd name="connsiteX41" fmla="*/ 0 w 11081602"/>
              <a:gd name="connsiteY41" fmla="*/ 8372264 h 9430662"/>
              <a:gd name="connsiteX42" fmla="*/ 0 w 11081602"/>
              <a:gd name="connsiteY42" fmla="*/ 8366667 h 9430662"/>
              <a:gd name="connsiteX43" fmla="*/ 0 w 11081602"/>
              <a:gd name="connsiteY43" fmla="*/ 8364390 h 9430662"/>
              <a:gd name="connsiteX44" fmla="*/ 155071 w 11081602"/>
              <a:gd name="connsiteY44" fmla="*/ 7820027 h 9430662"/>
              <a:gd name="connsiteX45" fmla="*/ 4557081 w 11081602"/>
              <a:gd name="connsiteY45" fmla="*/ 510471 h 9430662"/>
              <a:gd name="connsiteX46" fmla="*/ 4727220 w 11081602"/>
              <a:gd name="connsiteY46" fmla="*/ 299714 h 9430662"/>
              <a:gd name="connsiteX47" fmla="*/ 4731348 w 11081602"/>
              <a:gd name="connsiteY47" fmla="*/ 295838 h 9430662"/>
              <a:gd name="connsiteX48" fmla="*/ 4745416 w 11081602"/>
              <a:gd name="connsiteY48" fmla="*/ 282735 h 9430662"/>
              <a:gd name="connsiteX49" fmla="*/ 4920683 w 11081602"/>
              <a:gd name="connsiteY49" fmla="*/ 152750 h 9430662"/>
              <a:gd name="connsiteX50" fmla="*/ 5478875 w 11081602"/>
              <a:gd name="connsiteY50" fmla="*/ 4 h 9430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1081602" h="9430662">
                <a:moveTo>
                  <a:pt x="5478813" y="3140009"/>
                </a:moveTo>
                <a:lnTo>
                  <a:pt x="4003536" y="5589779"/>
                </a:lnTo>
                <a:lnTo>
                  <a:pt x="4003391" y="5589857"/>
                </a:lnTo>
                <a:lnTo>
                  <a:pt x="4003453" y="5589918"/>
                </a:lnTo>
                <a:lnTo>
                  <a:pt x="4003536" y="5589779"/>
                </a:lnTo>
                <a:lnTo>
                  <a:pt x="6233094" y="4392493"/>
                </a:lnTo>
                <a:close/>
                <a:moveTo>
                  <a:pt x="5478875" y="4"/>
                </a:moveTo>
                <a:cubicBezTo>
                  <a:pt x="5669775" y="-488"/>
                  <a:pt x="5862863" y="48787"/>
                  <a:pt x="6037068" y="152750"/>
                </a:cubicBezTo>
                <a:cubicBezTo>
                  <a:pt x="6046822" y="158533"/>
                  <a:pt x="6056389" y="164500"/>
                  <a:pt x="6065893" y="170590"/>
                </a:cubicBezTo>
                <a:cubicBezTo>
                  <a:pt x="6069645" y="172989"/>
                  <a:pt x="6073397" y="175450"/>
                  <a:pt x="6077149" y="177911"/>
                </a:cubicBezTo>
                <a:cubicBezTo>
                  <a:pt x="6079837" y="179695"/>
                  <a:pt x="6082589" y="181478"/>
                  <a:pt x="6085277" y="183262"/>
                </a:cubicBezTo>
                <a:cubicBezTo>
                  <a:pt x="6210022" y="266187"/>
                  <a:pt x="6318946" y="376056"/>
                  <a:pt x="6401796" y="510532"/>
                </a:cubicBezTo>
                <a:lnTo>
                  <a:pt x="8126896" y="3375557"/>
                </a:lnTo>
                <a:lnTo>
                  <a:pt x="8845037" y="2989908"/>
                </a:lnTo>
                <a:cubicBezTo>
                  <a:pt x="8852352" y="2985109"/>
                  <a:pt x="8860918" y="2982710"/>
                  <a:pt x="8869422" y="2979081"/>
                </a:cubicBezTo>
                <a:lnTo>
                  <a:pt x="9492207" y="2629726"/>
                </a:lnTo>
                <a:cubicBezTo>
                  <a:pt x="10014820" y="2353639"/>
                  <a:pt x="10671745" y="2548094"/>
                  <a:pt x="10952623" y="3061882"/>
                </a:cubicBezTo>
                <a:lnTo>
                  <a:pt x="10953812" y="3060652"/>
                </a:lnTo>
                <a:cubicBezTo>
                  <a:pt x="11234689" y="3574441"/>
                  <a:pt x="11036850" y="4220307"/>
                  <a:pt x="10514236" y="4496395"/>
                </a:cubicBezTo>
                <a:lnTo>
                  <a:pt x="9222146" y="5194426"/>
                </a:lnTo>
                <a:lnTo>
                  <a:pt x="10803805" y="7821196"/>
                </a:lnTo>
                <a:cubicBezTo>
                  <a:pt x="10897286" y="7973204"/>
                  <a:pt x="10946933" y="8139731"/>
                  <a:pt x="10956562" y="8306441"/>
                </a:cubicBezTo>
                <a:cubicBezTo>
                  <a:pt x="10957938" y="8328280"/>
                  <a:pt x="10958688" y="8350303"/>
                  <a:pt x="10958688" y="8372510"/>
                </a:cubicBezTo>
                <a:cubicBezTo>
                  <a:pt x="10958688" y="8956797"/>
                  <a:pt x="10476656" y="9430662"/>
                  <a:pt x="9882322" y="9430662"/>
                </a:cubicBezTo>
                <a:cubicBezTo>
                  <a:pt x="9627894" y="9430662"/>
                  <a:pt x="9394162" y="9343800"/>
                  <a:pt x="9209891" y="9198682"/>
                </a:cubicBezTo>
                <a:cubicBezTo>
                  <a:pt x="9206263" y="9195852"/>
                  <a:pt x="9202637" y="9193022"/>
                  <a:pt x="9199073" y="9190131"/>
                </a:cubicBezTo>
                <a:cubicBezTo>
                  <a:pt x="9198323" y="9189577"/>
                  <a:pt x="9197572" y="9188962"/>
                  <a:pt x="9196884" y="9188408"/>
                </a:cubicBezTo>
                <a:cubicBezTo>
                  <a:pt x="9104655" y="9114280"/>
                  <a:pt x="9023618" y="9023912"/>
                  <a:pt x="8958713" y="8918472"/>
                </a:cubicBezTo>
                <a:lnTo>
                  <a:pt x="7331221" y="6216036"/>
                </a:lnTo>
                <a:lnTo>
                  <a:pt x="5445548" y="7234756"/>
                </a:lnTo>
                <a:cubicBezTo>
                  <a:pt x="5436982" y="7238324"/>
                  <a:pt x="5428478" y="7240723"/>
                  <a:pt x="5419911" y="7244353"/>
                </a:cubicBezTo>
                <a:lnTo>
                  <a:pt x="1588162" y="9303137"/>
                </a:lnTo>
                <a:cubicBezTo>
                  <a:pt x="1426589" y="9388523"/>
                  <a:pt x="1252197" y="9428816"/>
                  <a:pt x="1079994" y="9428693"/>
                </a:cubicBezTo>
                <a:cubicBezTo>
                  <a:pt x="1078306" y="9428693"/>
                  <a:pt x="1076616" y="9428693"/>
                  <a:pt x="1074929" y="9428693"/>
                </a:cubicBezTo>
                <a:cubicBezTo>
                  <a:pt x="1074490" y="9428693"/>
                  <a:pt x="1074054" y="9428693"/>
                  <a:pt x="1073615" y="9428693"/>
                </a:cubicBezTo>
                <a:cubicBezTo>
                  <a:pt x="883591" y="9428754"/>
                  <a:pt x="691378" y="9379664"/>
                  <a:pt x="517736" y="9276255"/>
                </a:cubicBezTo>
                <a:lnTo>
                  <a:pt x="518987" y="9275024"/>
                </a:lnTo>
                <a:cubicBezTo>
                  <a:pt x="517486" y="9274102"/>
                  <a:pt x="516048" y="9273179"/>
                  <a:pt x="514610" y="9272317"/>
                </a:cubicBezTo>
                <a:cubicBezTo>
                  <a:pt x="509107" y="9268995"/>
                  <a:pt x="503605" y="9265612"/>
                  <a:pt x="498165" y="9262229"/>
                </a:cubicBezTo>
                <a:cubicBezTo>
                  <a:pt x="496727" y="9261306"/>
                  <a:pt x="495226" y="9260383"/>
                  <a:pt x="493788" y="9259461"/>
                </a:cubicBezTo>
                <a:cubicBezTo>
                  <a:pt x="344657" y="9165524"/>
                  <a:pt x="217099" y="9034370"/>
                  <a:pt x="127746" y="8870858"/>
                </a:cubicBezTo>
                <a:cubicBezTo>
                  <a:pt x="41081" y="8712329"/>
                  <a:pt x="0" y="8541190"/>
                  <a:pt x="0" y="8372264"/>
                </a:cubicBezTo>
                <a:cubicBezTo>
                  <a:pt x="0" y="8370419"/>
                  <a:pt x="0" y="8368512"/>
                  <a:pt x="0" y="8366667"/>
                </a:cubicBezTo>
                <a:cubicBezTo>
                  <a:pt x="0" y="8365867"/>
                  <a:pt x="0" y="8365129"/>
                  <a:pt x="0" y="8364390"/>
                </a:cubicBezTo>
                <a:cubicBezTo>
                  <a:pt x="188" y="8178179"/>
                  <a:pt x="50085" y="7989937"/>
                  <a:pt x="155071" y="7820027"/>
                </a:cubicBezTo>
                <a:lnTo>
                  <a:pt x="4557081" y="510471"/>
                </a:lnTo>
                <a:cubicBezTo>
                  <a:pt x="4605477" y="431606"/>
                  <a:pt x="4662878" y="361231"/>
                  <a:pt x="4727220" y="299714"/>
                </a:cubicBezTo>
                <a:cubicBezTo>
                  <a:pt x="4728596" y="298422"/>
                  <a:pt x="4729972" y="297130"/>
                  <a:pt x="4731348" y="295838"/>
                </a:cubicBezTo>
                <a:cubicBezTo>
                  <a:pt x="4736037" y="291471"/>
                  <a:pt x="4740664" y="287041"/>
                  <a:pt x="4745416" y="282735"/>
                </a:cubicBezTo>
                <a:cubicBezTo>
                  <a:pt x="4798253" y="234445"/>
                  <a:pt x="4856716" y="190768"/>
                  <a:pt x="4920683" y="152750"/>
                </a:cubicBezTo>
                <a:cubicBezTo>
                  <a:pt x="5094826" y="48787"/>
                  <a:pt x="5287976" y="-427"/>
                  <a:pt x="5478875" y="4"/>
                </a:cubicBezTo>
                <a:close/>
              </a:path>
            </a:pathLst>
          </a:custGeom>
        </p:spPr>
        <p:txBody>
          <a:bodyPr wrap="square" bIns="720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&gt; Insert image &gt; Right click &gt; Send to back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94787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(Alt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52CF4A7-BBD0-B021-4B98-4C7B6FDF4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1706880"/>
            <a:ext cx="8253791" cy="2461260"/>
          </a:xfrm>
        </p:spPr>
        <p:txBody>
          <a:bodyPr anchor="b"/>
          <a:lstStyle>
            <a:lvl1pPr>
              <a:lnSpc>
                <a:spcPct val="100000"/>
              </a:lnSpc>
              <a:defRPr sz="51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0D0B602-0438-BC75-14FB-6164994806C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7308" y="4589238"/>
            <a:ext cx="3971351" cy="419100"/>
          </a:xfrm>
        </p:spPr>
        <p:txBody>
          <a:bodyPr/>
          <a:lstStyle>
            <a:lvl1pPr>
              <a:defRPr sz="2200" b="0"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/>
              <a:t>Presenter name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BDFDE7A-2C04-8077-A69B-44ACF206F15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6750" y="4503596"/>
            <a:ext cx="2340000" cy="216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pic>
        <p:nvPicPr>
          <p:cNvPr id="19" name="Graphic 18">
            <a:extLst>
              <a:ext uri="{FF2B5EF4-FFF2-40B4-BE49-F238E27FC236}">
                <a16:creationId xmlns:a16="http://schemas.microsoft.com/office/drawing/2014/main" id="{53547F34-6A9C-95F8-E4AE-417E940083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9689" y="320671"/>
            <a:ext cx="1275416" cy="792542"/>
          </a:xfrm>
          <a:prstGeom prst="rect">
            <a:avLst/>
          </a:prstGeom>
        </p:spPr>
      </p:pic>
      <p:pic>
        <p:nvPicPr>
          <p:cNvPr id="10" name="Picture 9" descr="A close up of a blue and green gradient&#10;&#10;Description automatically generated">
            <a:extLst>
              <a:ext uri="{FF2B5EF4-FFF2-40B4-BE49-F238E27FC236}">
                <a16:creationId xmlns:a16="http://schemas.microsoft.com/office/drawing/2014/main" id="{AA073D62-D2A3-33A9-A20E-5DDCC38AC5DA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6099" y="0"/>
            <a:ext cx="6245901" cy="685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678270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BABB03B-89BB-2192-F174-3C987C85654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6858000"/>
          </a:xfrm>
          <a:gradFill>
            <a:gsLst>
              <a:gs pos="15000">
                <a:schemeClr val="accent1"/>
              </a:gs>
              <a:gs pos="48000">
                <a:schemeClr val="accent2"/>
              </a:gs>
              <a:gs pos="100000">
                <a:schemeClr val="accent3">
                  <a:alpha val="50000"/>
                </a:schemeClr>
              </a:gs>
            </a:gsLst>
            <a:lin ang="369691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/>
              <a:t> 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5EC4B6A-E16E-CEE7-6B3E-F07DC495DC1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726945" y="-4534849"/>
            <a:ext cx="7441278" cy="9304031"/>
          </a:xfrm>
          <a:custGeom>
            <a:avLst/>
            <a:gdLst>
              <a:gd name="connsiteX0" fmla="*/ 6403420 w 7441278"/>
              <a:gd name="connsiteY0" fmla="*/ 969 h 9304031"/>
              <a:gd name="connsiteX1" fmla="*/ 7001186 w 7441278"/>
              <a:gd name="connsiteY1" fmla="*/ 212364 h 9304031"/>
              <a:gd name="connsiteX2" fmla="*/ 7001184 w 7441278"/>
              <a:gd name="connsiteY2" fmla="*/ 212364 h 9304031"/>
              <a:gd name="connsiteX3" fmla="*/ 7228915 w 7441278"/>
              <a:gd name="connsiteY3" fmla="*/ 1729156 h 9304031"/>
              <a:gd name="connsiteX4" fmla="*/ 1956886 w 7441278"/>
              <a:gd name="connsiteY4" fmla="*/ 8863937 h 9304031"/>
              <a:gd name="connsiteX5" fmla="*/ 440094 w 7441278"/>
              <a:gd name="connsiteY5" fmla="*/ 9091668 h 9304031"/>
              <a:gd name="connsiteX6" fmla="*/ 212364 w 7441278"/>
              <a:gd name="connsiteY6" fmla="*/ 7574876 h 9304031"/>
              <a:gd name="connsiteX7" fmla="*/ 5484394 w 7441278"/>
              <a:gd name="connsiteY7" fmla="*/ 440094 h 9304031"/>
              <a:gd name="connsiteX8" fmla="*/ 6403420 w 7441278"/>
              <a:gd name="connsiteY8" fmla="*/ 969 h 9304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441278" h="9304031">
                <a:moveTo>
                  <a:pt x="6403420" y="969"/>
                </a:moveTo>
                <a:cubicBezTo>
                  <a:pt x="6612130" y="9786"/>
                  <a:pt x="6820535" y="78877"/>
                  <a:pt x="7001186" y="212364"/>
                </a:cubicBezTo>
                <a:lnTo>
                  <a:pt x="7001184" y="212364"/>
                </a:lnTo>
                <a:cubicBezTo>
                  <a:pt x="7482921" y="568329"/>
                  <a:pt x="7584879" y="1247420"/>
                  <a:pt x="7228915" y="1729156"/>
                </a:cubicBezTo>
                <a:lnTo>
                  <a:pt x="1956886" y="8863937"/>
                </a:lnTo>
                <a:cubicBezTo>
                  <a:pt x="1600922" y="9345674"/>
                  <a:pt x="921831" y="9447632"/>
                  <a:pt x="440094" y="9091668"/>
                </a:cubicBezTo>
                <a:cubicBezTo>
                  <a:pt x="-41642" y="8735703"/>
                  <a:pt x="-143601" y="8056612"/>
                  <a:pt x="212364" y="7574876"/>
                </a:cubicBezTo>
                <a:cubicBezTo>
                  <a:pt x="1969707" y="5196615"/>
                  <a:pt x="3727050" y="2818355"/>
                  <a:pt x="5484394" y="440094"/>
                </a:cubicBezTo>
                <a:cubicBezTo>
                  <a:pt x="5706872" y="139009"/>
                  <a:pt x="6055571" y="-13725"/>
                  <a:pt x="6403420" y="969"/>
                </a:cubicBezTo>
                <a:close/>
              </a:path>
            </a:pathLst>
          </a:custGeom>
          <a:gradFill flip="none" rotWithShape="1">
            <a:gsLst>
              <a:gs pos="0">
                <a:srgbClr val="7BB087">
                  <a:alpha val="50000"/>
                </a:srgbClr>
              </a:gs>
              <a:gs pos="31500">
                <a:srgbClr val="438BA2">
                  <a:alpha val="50000"/>
                </a:srgbClr>
              </a:gs>
              <a:gs pos="76000">
                <a:srgbClr val="2245A9">
                  <a:alpha val="70000"/>
                </a:srgbClr>
              </a:gs>
              <a:gs pos="100000">
                <a:srgbClr val="0E2881">
                  <a:alpha val="8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/>
              <a:t> </a:t>
            </a:r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7C8FE8-58E1-1BE2-98D5-145CC9EC42C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724088" y="2588046"/>
            <a:ext cx="9912231" cy="6499568"/>
          </a:xfrm>
          <a:custGeom>
            <a:avLst/>
            <a:gdLst>
              <a:gd name="connsiteX0" fmla="*/ 1099031 w 9912231"/>
              <a:gd name="connsiteY0" fmla="*/ 82 h 6499568"/>
              <a:gd name="connsiteX1" fmla="*/ 1614122 w 9912231"/>
              <a:gd name="connsiteY1" fmla="*/ 138164 h 6499568"/>
              <a:gd name="connsiteX2" fmla="*/ 9356854 w 9912231"/>
              <a:gd name="connsiteY2" fmla="*/ 4468235 h 6499568"/>
              <a:gd name="connsiteX3" fmla="*/ 9774068 w 9912231"/>
              <a:gd name="connsiteY3" fmla="*/ 5944192 h 6499568"/>
              <a:gd name="connsiteX4" fmla="*/ 9774068 w 9912231"/>
              <a:gd name="connsiteY4" fmla="*/ 5944191 h 6499568"/>
              <a:gd name="connsiteX5" fmla="*/ 8298110 w 9912231"/>
              <a:gd name="connsiteY5" fmla="*/ 6361405 h 6499568"/>
              <a:gd name="connsiteX6" fmla="*/ 555379 w 9912231"/>
              <a:gd name="connsiteY6" fmla="*/ 2031336 h 6499568"/>
              <a:gd name="connsiteX7" fmla="*/ 138164 w 9912231"/>
              <a:gd name="connsiteY7" fmla="*/ 555379 h 6499568"/>
              <a:gd name="connsiteX8" fmla="*/ 1099031 w 9912231"/>
              <a:gd name="connsiteY8" fmla="*/ 82 h 6499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912231" h="6499568">
                <a:moveTo>
                  <a:pt x="1099031" y="82"/>
                </a:moveTo>
                <a:cubicBezTo>
                  <a:pt x="1273902" y="2230"/>
                  <a:pt x="1450752" y="46801"/>
                  <a:pt x="1614122" y="138164"/>
                </a:cubicBezTo>
                <a:cubicBezTo>
                  <a:pt x="4195033" y="1581521"/>
                  <a:pt x="6775943" y="3024878"/>
                  <a:pt x="9356854" y="4468235"/>
                </a:cubicBezTo>
                <a:cubicBezTo>
                  <a:pt x="9879639" y="4760598"/>
                  <a:pt x="10066431" y="5421408"/>
                  <a:pt x="9774068" y="5944192"/>
                </a:cubicBezTo>
                <a:lnTo>
                  <a:pt x="9774068" y="5944191"/>
                </a:lnTo>
                <a:cubicBezTo>
                  <a:pt x="9481704" y="6466976"/>
                  <a:pt x="8820895" y="6653769"/>
                  <a:pt x="8298110" y="6361405"/>
                </a:cubicBezTo>
                <a:lnTo>
                  <a:pt x="555379" y="2031336"/>
                </a:lnTo>
                <a:cubicBezTo>
                  <a:pt x="32593" y="1738973"/>
                  <a:pt x="-154200" y="1078164"/>
                  <a:pt x="138164" y="555379"/>
                </a:cubicBezTo>
                <a:cubicBezTo>
                  <a:pt x="339164" y="195964"/>
                  <a:pt x="714312" y="-4642"/>
                  <a:pt x="1099031" y="82"/>
                </a:cubicBezTo>
                <a:close/>
              </a:path>
            </a:pathLst>
          </a:custGeom>
          <a:gradFill flip="none" rotWithShape="1">
            <a:gsLst>
              <a:gs pos="0">
                <a:schemeClr val="accent3">
                  <a:alpha val="50000"/>
                </a:schemeClr>
              </a:gs>
              <a:gs pos="31500">
                <a:schemeClr val="accent3">
                  <a:alpha val="50000"/>
                </a:schemeClr>
              </a:gs>
              <a:gs pos="76000">
                <a:schemeClr val="accent2">
                  <a:alpha val="80000"/>
                </a:schemeClr>
              </a:gs>
              <a:gs pos="100000">
                <a:schemeClr val="accent2">
                  <a:alpha val="9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/>
              <a:t> </a:t>
            </a:r>
            <a:endParaRPr lang="en-GB"/>
          </a:p>
        </p:txBody>
      </p:sp>
      <p:pic>
        <p:nvPicPr>
          <p:cNvPr id="13" name="Picture 12" descr="A person wearing a mask and gloves working in a laboratory&#10;&#10;Description automatically generated" hidden="1">
            <a:extLst>
              <a:ext uri="{FF2B5EF4-FFF2-40B4-BE49-F238E27FC236}">
                <a16:creationId xmlns:a16="http://schemas.microsoft.com/office/drawing/2014/main" id="{0A1D6F3E-3A49-888A-7DBC-C3DF947281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542117" y="0"/>
            <a:ext cx="8649883" cy="6858000"/>
          </a:xfrm>
          <a:prstGeom prst="rect">
            <a:avLst/>
          </a:prstGeom>
        </p:spPr>
      </p:pic>
      <p:sp>
        <p:nvSpPr>
          <p:cNvPr id="43" name="Picture Placeholder 42">
            <a:extLst>
              <a:ext uri="{FF2B5EF4-FFF2-40B4-BE49-F238E27FC236}">
                <a16:creationId xmlns:a16="http://schemas.microsoft.com/office/drawing/2014/main" id="{FF69DED0-CDDF-A810-3421-1D72AAED3B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692400" y="0"/>
            <a:ext cx="9499600" cy="6858000"/>
          </a:xfrm>
        </p:spPr>
        <p:txBody>
          <a:bodyPr bIns="720000" anchor="ctr"/>
          <a:lstStyle>
            <a:lvl1pPr algn="ctr">
              <a:defRPr/>
            </a:lvl1pPr>
          </a:lstStyle>
          <a:p>
            <a:r>
              <a:rPr lang="en-GB"/>
              <a:t>Click icon &gt; Insert image &gt; Right click &gt; Send to back</a:t>
            </a: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652CF4A7-BBD0-B021-4B98-4C7B6FDF42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6"/>
            <a:ext cx="6285291" cy="674582"/>
          </a:xfrm>
        </p:spPr>
        <p:txBody>
          <a:bodyPr anchor="t"/>
          <a:lstStyle>
            <a:lvl1pPr>
              <a:lnSpc>
                <a:spcPct val="100000"/>
              </a:lnSpc>
              <a:defRPr sz="4100" b="0">
                <a:latin typeface="Raleway SemiBold" panose="020B0703030101060003" pitchFamily="34" charset="0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B0F78C-A955-55BB-E381-B6DB687682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7309" y="1176868"/>
            <a:ext cx="6285290" cy="1023938"/>
          </a:xfrm>
        </p:spPr>
        <p:txBody>
          <a:bodyPr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5700" b="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F1E655B-C3B0-0BDF-AE56-7A01D9118D9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7309" y="4063158"/>
            <a:ext cx="6285290" cy="2677676"/>
          </a:xfrm>
        </p:spPr>
        <p:txBody>
          <a:bodyPr anchor="b"/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17000" b="0" kern="1200" dirty="0">
                <a:solidFill>
                  <a:schemeClr val="tx1"/>
                </a:solidFill>
                <a:latin typeface="Avenir Next LT Pro Demi" panose="020B070402020202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00</a:t>
            </a:r>
            <a:endParaRPr lang="en-GB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D73D33B3-DD16-6F1F-591D-AEDAA7317B5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662583" y="320671"/>
            <a:ext cx="1275416" cy="792542"/>
          </a:xfrm>
          <a:blipFill>
            <a:blip r:embed="rId4">
              <a:lum bright="100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01086A45-20F4-3457-24FD-B2120BA964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8" y="5854695"/>
            <a:ext cx="581022" cy="838203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>
                <a:solidFill>
                  <a:schemeClr val="bg1"/>
                </a:solidFill>
              </a:defRPr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3419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6">
            <a:extLst>
              <a:ext uri="{FF2B5EF4-FFF2-40B4-BE49-F238E27FC236}">
                <a16:creationId xmlns:a16="http://schemas.microsoft.com/office/drawing/2014/main" id="{7476096B-1340-E168-32D6-490761FFC82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0" y="0"/>
            <a:ext cx="12192000" cy="6858000"/>
          </a:xfrm>
          <a:gradFill>
            <a:gsLst>
              <a:gs pos="15000">
                <a:schemeClr val="accent1"/>
              </a:gs>
              <a:gs pos="48000">
                <a:schemeClr val="accent2"/>
              </a:gs>
              <a:gs pos="100000">
                <a:schemeClr val="accent3">
                  <a:alpha val="50000"/>
                </a:schemeClr>
              </a:gs>
            </a:gsLst>
            <a:lin ang="369691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defRPr lang="en-GB" sz="1800" dirty="0">
                <a:solidFill>
                  <a:schemeClr val="lt1"/>
                </a:solidFill>
              </a:defRPr>
            </a:lvl1pPr>
          </a:lstStyle>
          <a:p>
            <a:pPr lvl="0" algn="ctr"/>
            <a:r>
              <a:rPr lang="en-US"/>
              <a:t> </a:t>
            </a:r>
            <a:endParaRPr lang="en-GB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EB8A8D52-28A7-0C09-2507-9F8644C4BC34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1905000" y="0"/>
            <a:ext cx="10287000" cy="6858000"/>
          </a:xfrm>
        </p:spPr>
        <p:txBody>
          <a:bodyPr bIns="720000" anchor="ctr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&gt; Insert image &gt; Right click &gt; Send to back</a:t>
            </a:r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6483C113-DEC7-7103-0656-F320FB860F86}"/>
              </a:ext>
            </a:extLst>
          </p:cNvPr>
          <p:cNvSpPr txBox="1">
            <a:spLocks/>
          </p:cNvSpPr>
          <p:nvPr userDrawn="1"/>
        </p:nvSpPr>
        <p:spPr>
          <a:xfrm>
            <a:off x="10662583" y="320671"/>
            <a:ext cx="1275416" cy="792542"/>
          </a:xfrm>
          <a:prstGeom prst="rect">
            <a:avLst/>
          </a:prstGeom>
          <a:blipFill>
            <a:blip r:embed="rId3">
              <a:lum bright="10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28600" indent="-22860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50850" indent="-22860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17550" indent="-22860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0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4250" indent="-228600" algn="l" defTabSz="914400" rtl="0" eaLnBrk="1" latinLnBrk="0" hangingPunct="1">
              <a:lnSpc>
                <a:spcPct val="105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0" name="Slide Number Placeholder 5">
            <a:extLst>
              <a:ext uri="{FF2B5EF4-FFF2-40B4-BE49-F238E27FC236}">
                <a16:creationId xmlns:a16="http://schemas.microsoft.com/office/drawing/2014/main" id="{2B0A729D-7EDB-9940-FC62-E34FD808B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6B8B22C1-73CF-9ED6-18BE-E432A530988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309" y="502285"/>
            <a:ext cx="7771191" cy="2266315"/>
          </a:xfrm>
        </p:spPr>
        <p:txBody>
          <a:bodyPr/>
          <a:lstStyle>
            <a:lvl1pPr>
              <a:defRPr kumimoji="0" lang="en-GB" sz="4600" b="0" i="0" u="none" strike="noStrike" kern="1200" cap="none" spc="0" normalizeH="0" baseline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r>
              <a:rPr lang="en-GB"/>
              <a:t>Add text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943092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8AA018D-88D6-60DF-02BC-2525104BA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z="1200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B59B96-7450-3182-6088-8307DE9F71FF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4078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w/ Heading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1315085"/>
            <a:ext cx="10512805" cy="1325563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43F5611-2209-8910-B4C1-DA7FA67F17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433" y="588433"/>
            <a:ext cx="4343399" cy="4000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E9EA0"/>
              </a:gs>
              <a:gs pos="100000">
                <a:srgbClr val="99BD79"/>
              </a:gs>
            </a:gsLst>
            <a:lin ang="0" scaled="1"/>
            <a:tileRect/>
          </a:gradFill>
        </p:spPr>
        <p:txBody>
          <a:bodyPr lIns="162000" tIns="28800" rIns="162000"/>
          <a:lstStyle>
            <a:lvl1pPr>
              <a:defRPr sz="1400" spc="-20">
                <a:solidFill>
                  <a:schemeClr val="bg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A8ECED29-C316-D1E4-CC77-8EB5E1F2EF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B06D7C-87C8-F5D9-E16D-4A9E6388D086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017315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heading w/ Heading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15F184B-A70D-E02B-7761-993469F69E1E}"/>
              </a:ext>
            </a:extLst>
          </p:cNvPr>
          <p:cNvSpPr/>
          <p:nvPr userDrawn="1"/>
        </p:nvSpPr>
        <p:spPr>
          <a:xfrm>
            <a:off x="0" y="2336801"/>
            <a:ext cx="12192000" cy="4521200"/>
          </a:xfrm>
          <a:prstGeom prst="rect">
            <a:avLst/>
          </a:prstGeom>
          <a:solidFill>
            <a:srgbClr val="F7FA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1315086"/>
            <a:ext cx="10512805" cy="810048"/>
          </a:xfrm>
        </p:spPr>
        <p:txBody>
          <a:bodyPr anchor="t"/>
          <a:lstStyle>
            <a:lvl1pPr>
              <a:lnSpc>
                <a:spcPct val="100000"/>
              </a:lnSpc>
              <a:defRPr sz="3000" b="0" i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43F5611-2209-8910-B4C1-DA7FA67F17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433" y="588433"/>
            <a:ext cx="4343399" cy="4000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E9EA0"/>
              </a:gs>
              <a:gs pos="100000">
                <a:srgbClr val="99BD79"/>
              </a:gs>
            </a:gsLst>
            <a:lin ang="0" scaled="1"/>
            <a:tileRect/>
          </a:gradFill>
        </p:spPr>
        <p:txBody>
          <a:bodyPr lIns="162000" tIns="28800" rIns="162000"/>
          <a:lstStyle>
            <a:lvl1pPr>
              <a:defRPr sz="1400" spc="-20">
                <a:solidFill>
                  <a:schemeClr val="bg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D5D8F4-282F-14F0-C759-EBAEF6E745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F73832-7C05-DF72-84C2-E84009DCE3D0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81200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Light w/ Lea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F4E741-9302-0B4B-342F-C9BC912C6B9A}"/>
              </a:ext>
            </a:extLst>
          </p:cNvPr>
          <p:cNvSpPr/>
          <p:nvPr userDrawn="1"/>
        </p:nvSpPr>
        <p:spPr>
          <a:xfrm>
            <a:off x="0" y="2336801"/>
            <a:ext cx="12192000" cy="4521200"/>
          </a:xfrm>
          <a:prstGeom prst="rect">
            <a:avLst/>
          </a:prstGeom>
          <a:solidFill>
            <a:srgbClr val="F7FA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8AA018D-88D6-60DF-02BC-2525104BA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052463D-66A4-DDD4-E24F-6DCCCCA9829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308" y="1523213"/>
            <a:ext cx="4934991" cy="609019"/>
          </a:xfrm>
        </p:spPr>
        <p:txBody>
          <a:bodyPr/>
          <a:lstStyle>
            <a:lvl1pPr>
              <a:defRPr sz="1400"/>
            </a:lvl1pPr>
          </a:lstStyle>
          <a:p>
            <a:pPr lvl="0"/>
            <a:r>
              <a:rPr lang="en-US"/>
              <a:t>Add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92A600-D594-E8B0-BA3A-E7D29C2FB80A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105502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eading Light w/ Lead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8F4E741-9302-0B4B-342F-C9BC912C6B9A}"/>
              </a:ext>
            </a:extLst>
          </p:cNvPr>
          <p:cNvSpPr/>
          <p:nvPr userDrawn="1"/>
        </p:nvSpPr>
        <p:spPr>
          <a:xfrm>
            <a:off x="0" y="1498600"/>
            <a:ext cx="12192000" cy="5359401"/>
          </a:xfrm>
          <a:prstGeom prst="rect">
            <a:avLst/>
          </a:prstGeom>
          <a:solidFill>
            <a:srgbClr val="F7FA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8AA018D-88D6-60DF-02BC-2525104BA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92A600-D594-E8B0-BA3A-E7D29C2FB80A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434023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77BE570-491F-DCBC-099D-A9651F6D7CB4}"/>
              </a:ext>
            </a:extLst>
          </p:cNvPr>
          <p:cNvSpPr txBox="1">
            <a:spLocks/>
          </p:cNvSpPr>
          <p:nvPr userDrawn="1"/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defPPr>
              <a:defRPr lang="en-US"/>
            </a:defPPr>
            <a:lvl1pPr algn="ctr">
              <a:defRPr sz="1200">
                <a:latin typeface="Avenir Next LT Pro Demi" panose="020B07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61716058-D27E-424A-8609-64EA3BA6CA0F}" type="slidenum">
              <a:rPr lang="en-GB" noProof="0" smtClean="0"/>
              <a:pPr lvl="0"/>
              <a:t>‹#›</a:t>
            </a:fld>
            <a:endParaRPr lang="en-GB" noProof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8609CB-F3AD-862F-554B-D9E076BE0CD5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0005855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581023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8AA018D-88D6-60DF-02BC-2525104BA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962148-1D64-D9F3-38D7-C4FED5BD91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308" y="1085488"/>
            <a:ext cx="10512805" cy="369332"/>
          </a:xfrm>
        </p:spPr>
        <p:txBody>
          <a:bodyPr/>
          <a:lstStyle>
            <a:lvl1pPr>
              <a:defRPr lang="en-GB" sz="1600" kern="1200" dirty="0">
                <a:solidFill>
                  <a:schemeClr val="tx1"/>
                </a:solidFill>
                <a:latin typeface="Avenir Next LT Pro Demi" panose="020B07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77666-B991-0272-63F3-EC3E9FE0D280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43880FF9-4473-5D26-7718-F2A96518C8D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47308" y="1770380"/>
            <a:ext cx="4094542" cy="39398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234388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dy Tw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581023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48AA018D-88D6-60DF-02BC-2525104BA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2962148-1D64-D9F3-38D7-C4FED5BD91F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7308" y="1085488"/>
            <a:ext cx="10512805" cy="369332"/>
          </a:xfrm>
        </p:spPr>
        <p:txBody>
          <a:bodyPr/>
          <a:lstStyle>
            <a:lvl1pPr>
              <a:defRPr lang="en-GB" sz="1600" kern="1200" dirty="0">
                <a:solidFill>
                  <a:schemeClr val="tx1"/>
                </a:solidFill>
                <a:latin typeface="Avenir Next LT Pro Demi" panose="020B0704020202020204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A42E25D-CFA4-60CE-0676-1F87D8F5DCA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47308" y="1770380"/>
            <a:ext cx="4094542" cy="39398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977666-B991-0272-63F3-EC3E9FE0D280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1209A7B1-1573-8ADC-B8AE-684411D7E44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502881" y="1770380"/>
            <a:ext cx="4094542" cy="393982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4538673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w/ Doubl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1315085"/>
            <a:ext cx="7133651" cy="114363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E43F5611-2209-8910-B4C1-DA7FA67F171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433" y="588433"/>
            <a:ext cx="4343399" cy="4000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E9EA0"/>
              </a:gs>
              <a:gs pos="100000">
                <a:srgbClr val="99BD79"/>
              </a:gs>
            </a:gsLst>
            <a:lin ang="0" scaled="1"/>
            <a:tileRect/>
          </a:gradFill>
        </p:spPr>
        <p:txBody>
          <a:bodyPr lIns="162000" tIns="28800" rIns="162000"/>
          <a:lstStyle>
            <a:lvl1pPr>
              <a:defRPr sz="1400" spc="-20">
                <a:solidFill>
                  <a:schemeClr val="bg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1BB31C-95AF-4F88-F3EA-CF841B63A8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7309" y="2825327"/>
            <a:ext cx="3999291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93E7C5E-2AA0-4E73-D98C-5CE9A670B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764469" y="2825327"/>
            <a:ext cx="3999291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77D37A11-6989-D28E-40B0-9450ABFA6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5400000">
            <a:off x="3448140" y="4330124"/>
            <a:ext cx="3132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19C6BFF-1646-49F7-E636-84886D5F4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951F2C-C588-4B6F-8B6B-6A0EFAF66839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206333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1BB31C-95AF-4F88-F3EA-CF841B63A8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7310" y="2825327"/>
            <a:ext cx="3179784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93E7C5E-2AA0-4E73-D98C-5CE9A670B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46274" y="2825327"/>
            <a:ext cx="3179784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77D37A11-6989-D28E-40B0-9450ABFA6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5400000">
            <a:off x="6495425" y="4330124"/>
            <a:ext cx="3132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19C6BFF-1646-49F7-E636-84886D5F4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B2AC1C7-A0AD-E53A-0DDB-381AFD17F4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E597F-38A6-F2CE-3390-2D435385C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496792" y="2825327"/>
            <a:ext cx="3179784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B34DB4F-36A0-5673-7721-FF58A194C2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rot="5400000">
            <a:off x="2542342" y="4330124"/>
            <a:ext cx="3132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4AC559C-5465-9D2A-4B9E-DA0D7492CF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7310" y="1813545"/>
            <a:ext cx="3179784" cy="6392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2AE4C83D-E2E7-0A64-1B77-79D163B5156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496792" y="1813545"/>
            <a:ext cx="3179784" cy="6392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280C56-4E69-4658-D8A1-F5518E87368C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973017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21BB31C-95AF-4F88-F3EA-CF841B63A80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7310" y="2825327"/>
            <a:ext cx="2390623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193E7C5E-2AA0-4E73-D98C-5CE9A670BFC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35436" y="2825327"/>
            <a:ext cx="2390623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77D37A11-6989-D28E-40B0-9450ABFA69BF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 rot="5400000">
            <a:off x="7438329" y="4330124"/>
            <a:ext cx="3132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919C6BFF-1646-49F7-E636-84886D5F4A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B2AC1C7-A0AD-E53A-0DDB-381AFD17F4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10512805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7" name="Text Placeholder 7">
            <a:extLst>
              <a:ext uri="{FF2B5EF4-FFF2-40B4-BE49-F238E27FC236}">
                <a16:creationId xmlns:a16="http://schemas.microsoft.com/office/drawing/2014/main" id="{A88E597F-38A6-F2CE-3390-2D435385C0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443352" y="2825327"/>
            <a:ext cx="2390623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0B34DB4F-36A0-5673-7721-FF58A194C2F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 rot="5400000">
            <a:off x="1617442" y="4330124"/>
            <a:ext cx="3132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4AC559C-5465-9D2A-4B9E-DA0D7492CF7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7310" y="1813545"/>
            <a:ext cx="5286665" cy="63923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E3CC4CD1-9BA2-2ABD-7D19-7A2F1EDE6C57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39394" y="2825327"/>
            <a:ext cx="2390623" cy="298079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Text Placeholder 16">
            <a:extLst>
              <a:ext uri="{FF2B5EF4-FFF2-40B4-BE49-F238E27FC236}">
                <a16:creationId xmlns:a16="http://schemas.microsoft.com/office/drawing/2014/main" id="{965C0B3F-1668-A004-CCAC-2BD4034F94F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 rot="5400000">
            <a:off x="4527885" y="4330124"/>
            <a:ext cx="3132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3257B0C-6A07-8ED2-C214-97399250C78E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6403316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30C30D-F013-89FD-3DC5-87E76DF94FFA}"/>
              </a:ext>
            </a:extLst>
          </p:cNvPr>
          <p:cNvSpPr/>
          <p:nvPr userDrawn="1"/>
        </p:nvSpPr>
        <p:spPr>
          <a:xfrm>
            <a:off x="6853188" y="0"/>
            <a:ext cx="5338812" cy="6858000"/>
          </a:xfrm>
          <a:prstGeom prst="rect">
            <a:avLst/>
          </a:prstGeom>
          <a:gradFill flip="none" rotWithShape="1">
            <a:gsLst>
              <a:gs pos="100000">
                <a:srgbClr val="4E9E9F"/>
              </a:gs>
              <a:gs pos="51700">
                <a:srgbClr val="7FB284"/>
              </a:gs>
              <a:gs pos="0">
                <a:srgbClr val="98BC7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5858571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A26E3A8E-6629-9CAB-4FAA-90D4A09A9F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F8C9C80-F2AC-2A5E-F688-2927C28722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3242" y="2148998"/>
            <a:ext cx="5862638" cy="343900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B91119B-5175-CCE9-78F1-4CB0A460C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9324" y="2148999"/>
            <a:ext cx="4283075" cy="343900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79F87-9325-807E-7CD2-4650835A6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>
                <a:solidFill>
                  <a:schemeClr val="bg1"/>
                </a:solidFill>
              </a:defRPr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D5DE4CE-872A-AE4E-61EE-2A2F23E6EE55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491488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Light w/ Sub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1330C30D-F013-89FD-3DC5-87E76DF94FFA}"/>
              </a:ext>
            </a:extLst>
          </p:cNvPr>
          <p:cNvSpPr/>
          <p:nvPr userDrawn="1"/>
        </p:nvSpPr>
        <p:spPr>
          <a:xfrm>
            <a:off x="6853188" y="0"/>
            <a:ext cx="5338812" cy="6858000"/>
          </a:xfrm>
          <a:prstGeom prst="rect">
            <a:avLst/>
          </a:prstGeom>
          <a:gradFill flip="none" rotWithShape="1">
            <a:gsLst>
              <a:gs pos="100000">
                <a:srgbClr val="4E9E9F"/>
              </a:gs>
              <a:gs pos="51700">
                <a:srgbClr val="7FB284"/>
              </a:gs>
              <a:gs pos="0">
                <a:srgbClr val="98BC78"/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23" name="Graphic 22">
            <a:extLst>
              <a:ext uri="{FF2B5EF4-FFF2-40B4-BE49-F238E27FC236}">
                <a16:creationId xmlns:a16="http://schemas.microsoft.com/office/drawing/2014/main" id="{A26E3A8E-6629-9CAB-4FAA-90D4A09A9F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2F8C9C80-F2AC-2A5E-F688-2927C28722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3242" y="2148998"/>
            <a:ext cx="5862638" cy="343900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B91119B-5175-CCE9-78F1-4CB0A460CA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99324" y="2148999"/>
            <a:ext cx="4283075" cy="343900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3E79F87-9325-807E-7CD2-4650835A6B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>
                <a:solidFill>
                  <a:schemeClr val="bg1"/>
                </a:solidFill>
              </a:defRPr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3E31FD7-A5FB-58CC-09EA-B600BD560B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1315086"/>
            <a:ext cx="5858571" cy="810048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C6891A9F-5132-0CC6-E245-027DC42E3F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433" y="588433"/>
            <a:ext cx="4343399" cy="400050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E9EA0"/>
              </a:gs>
              <a:gs pos="100000">
                <a:srgbClr val="99BD79"/>
              </a:gs>
            </a:gsLst>
            <a:lin ang="0" scaled="1"/>
            <a:tileRect/>
          </a:gradFill>
        </p:spPr>
        <p:txBody>
          <a:bodyPr lIns="162000" tIns="28800" rIns="162000"/>
          <a:lstStyle>
            <a:lvl1pPr>
              <a:defRPr sz="1400" spc="-20">
                <a:solidFill>
                  <a:schemeClr val="bg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EE05B52-E04D-DFEC-C76A-C3BC666C274E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49747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ing Dashboard L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0A7E7CD-6259-10A1-66D8-E779D5EDB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870585"/>
            <a:ext cx="4932741" cy="1325563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33B0E-0F3D-13D6-F9BB-815046C23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21D376C-8943-AE09-0D61-73566F47A463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7346627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shboar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30A7E7CD-6259-10A1-66D8-E779D5EDB6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8" y="870586"/>
            <a:ext cx="10512805" cy="560282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23C33B0E-0F3D-13D6-F9BB-815046C238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447AD5-2E03-C17B-FCFD-F58332467D89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547308" y="1803400"/>
            <a:ext cx="11097384" cy="399414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Add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ACDF6A-4F6F-5382-2EA7-A4B8BE0654A9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227585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E2275F2B-63C7-968D-586E-6F023CB96598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4295165" y="-2667619"/>
            <a:ext cx="11653770" cy="8886328"/>
          </a:xfrm>
          <a:custGeom>
            <a:avLst/>
            <a:gdLst>
              <a:gd name="connsiteX0" fmla="*/ 1109561 w 11653770"/>
              <a:gd name="connsiteY0" fmla="*/ 265 h 8886328"/>
              <a:gd name="connsiteX1" fmla="*/ 1711464 w 11653770"/>
              <a:gd name="connsiteY1" fmla="*/ 199570 h 8886328"/>
              <a:gd name="connsiteX2" fmla="*/ 11195948 w 11653770"/>
              <a:gd name="connsiteY2" fmla="*/ 6916612 h 8886328"/>
              <a:gd name="connsiteX3" fmla="*/ 11454201 w 11653770"/>
              <a:gd name="connsiteY3" fmla="*/ 8428507 h 8886328"/>
              <a:gd name="connsiteX4" fmla="*/ 11454202 w 11653770"/>
              <a:gd name="connsiteY4" fmla="*/ 8428506 h 8886328"/>
              <a:gd name="connsiteX5" fmla="*/ 9942308 w 11653770"/>
              <a:gd name="connsiteY5" fmla="*/ 8686759 h 8886328"/>
              <a:gd name="connsiteX6" fmla="*/ 457822 w 11653770"/>
              <a:gd name="connsiteY6" fmla="*/ 1969717 h 8886328"/>
              <a:gd name="connsiteX7" fmla="*/ 199570 w 11653770"/>
              <a:gd name="connsiteY7" fmla="*/ 457823 h 8886328"/>
              <a:gd name="connsiteX8" fmla="*/ 1109561 w 11653770"/>
              <a:gd name="connsiteY8" fmla="*/ 265 h 88863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3770" h="8886328">
                <a:moveTo>
                  <a:pt x="1109561" y="265"/>
                </a:moveTo>
                <a:cubicBezTo>
                  <a:pt x="1318406" y="4874"/>
                  <a:pt x="1528160" y="69751"/>
                  <a:pt x="1711464" y="199570"/>
                </a:cubicBezTo>
                <a:lnTo>
                  <a:pt x="11195948" y="6916612"/>
                </a:lnTo>
                <a:cubicBezTo>
                  <a:pt x="11684761" y="7262796"/>
                  <a:pt x="11800384" y="7939694"/>
                  <a:pt x="11454201" y="8428507"/>
                </a:cubicBezTo>
                <a:lnTo>
                  <a:pt x="11454202" y="8428506"/>
                </a:lnTo>
                <a:cubicBezTo>
                  <a:pt x="11108018" y="8917319"/>
                  <a:pt x="10431120" y="9032942"/>
                  <a:pt x="9942308" y="8686759"/>
                </a:cubicBezTo>
                <a:cubicBezTo>
                  <a:pt x="6780813" y="6447745"/>
                  <a:pt x="3619317" y="4208731"/>
                  <a:pt x="457822" y="1969717"/>
                </a:cubicBezTo>
                <a:cubicBezTo>
                  <a:pt x="-30990" y="1623533"/>
                  <a:pt x="-146614" y="946635"/>
                  <a:pt x="199570" y="457823"/>
                </a:cubicBezTo>
                <a:cubicBezTo>
                  <a:pt x="415935" y="152315"/>
                  <a:pt x="761485" y="-7416"/>
                  <a:pt x="1109561" y="265"/>
                </a:cubicBezTo>
                <a:close/>
              </a:path>
            </a:pathLst>
          </a:custGeom>
          <a:gradFill>
            <a:gsLst>
              <a:gs pos="0">
                <a:srgbClr val="4C9DA0"/>
              </a:gs>
              <a:gs pos="100000">
                <a:srgbClr val="A7C271"/>
              </a:gs>
            </a:gsLst>
            <a:lin ang="16200000" scaled="1"/>
          </a:gradFill>
        </p:spPr>
        <p:txBody>
          <a:bodyPr wrap="square" bIns="540000" anchor="ctr">
            <a:noAutofit/>
          </a:bodyPr>
          <a:lstStyle>
            <a:lvl1pPr algn="ctr">
              <a:defRPr/>
            </a:lvl1pPr>
          </a:lstStyle>
          <a:p>
            <a:r>
              <a:rPr lang="en-GB"/>
              <a:t>Click icon &gt; Insert image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5548691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29E7B211-4050-D1D3-FA80-73C54314D5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942" y="3548232"/>
            <a:ext cx="272610" cy="272880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4ACC8B15-4871-F4C2-5797-46CFFA8F16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1736" y="3578309"/>
            <a:ext cx="3206424" cy="212725"/>
          </a:xfrm>
        </p:spPr>
        <p:txBody>
          <a:bodyPr anchor="ctr"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3C2A26B-2CD4-B1E7-9336-7382259572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7309" y="2877624"/>
            <a:ext cx="3780851" cy="365124"/>
          </a:xfrm>
        </p:spPr>
        <p:txBody>
          <a:bodyPr anchor="b"/>
          <a:lstStyle>
            <a:lvl1pPr>
              <a:defRPr sz="1800">
                <a:solidFill>
                  <a:schemeClr val="accent2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D59FD577-AAF5-BB2C-51C1-52FD63E7DF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942" y="4252909"/>
            <a:ext cx="272610" cy="272880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151A22D2-B335-DA78-09C8-CC9EE06808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1736" y="4282986"/>
            <a:ext cx="3206424" cy="212725"/>
          </a:xfrm>
        </p:spPr>
        <p:txBody>
          <a:bodyPr anchor="ctr"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E23FC99-1911-4004-8944-D91CFC49C2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942" y="4894430"/>
            <a:ext cx="272610" cy="272880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25B2F06-3D1C-9F4E-C431-D641C624DA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1736" y="4924507"/>
            <a:ext cx="3206424" cy="212725"/>
          </a:xfrm>
        </p:spPr>
        <p:txBody>
          <a:bodyPr anchor="ctr"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5091C3F8-C053-4575-EB5E-9022770279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0581" y="2121972"/>
            <a:ext cx="101889" cy="101990"/>
          </a:xfrm>
          <a:prstGeom prst="ellipse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8FDEEC2B-7441-3487-09CB-9F093CEDCF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2831" y="2121972"/>
            <a:ext cx="101889" cy="101990"/>
          </a:xfrm>
          <a:prstGeom prst="ellipse">
            <a:avLst/>
          </a:prstGeom>
          <a:solidFill>
            <a:srgbClr val="D5D5D5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3493615-F756-B5A5-4D55-F34A487D2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5081" y="2121972"/>
            <a:ext cx="101889" cy="101990"/>
          </a:xfrm>
          <a:prstGeom prst="ellipse">
            <a:avLst/>
          </a:prstGeom>
          <a:solidFill>
            <a:srgbClr val="D5D5D5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0A62B32-64F0-7562-52E5-52A0862AFA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17331" y="2121972"/>
            <a:ext cx="101889" cy="101990"/>
          </a:xfrm>
          <a:prstGeom prst="ellipse">
            <a:avLst/>
          </a:prstGeom>
          <a:solidFill>
            <a:srgbClr val="D5D5D5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E27E8DB0-D1D4-B49A-2AF7-53A5EBD3DD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8660" y="4032854"/>
            <a:ext cx="3096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3DC8B03C-BEE8-3141-E1C4-183CEF8A31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18660" y="4688509"/>
            <a:ext cx="3096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8F1039DA-F911-B2FC-5441-C26815A7B4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18660" y="5336157"/>
            <a:ext cx="3096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EB6BB6B6-1D44-1F69-0D4B-FF6E928DAA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4548036-6308-6B9B-5DA3-F9CDC711B6A4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455625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Point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5548691" cy="996315"/>
          </a:xfrm>
        </p:spPr>
        <p:txBody>
          <a:bodyPr anchor="t"/>
          <a:lstStyle>
            <a:lvl1pPr>
              <a:lnSpc>
                <a:spcPct val="100000"/>
              </a:lnSpc>
              <a:defRPr sz="30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29E7B211-4050-D1D3-FA80-73C54314D5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942" y="3548232"/>
            <a:ext cx="272610" cy="272880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6" name="Text Placeholder 16">
            <a:extLst>
              <a:ext uri="{FF2B5EF4-FFF2-40B4-BE49-F238E27FC236}">
                <a16:creationId xmlns:a16="http://schemas.microsoft.com/office/drawing/2014/main" id="{4ACC8B15-4871-F4C2-5797-46CFFA8F166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121736" y="3578309"/>
            <a:ext cx="3206424" cy="212725"/>
          </a:xfrm>
        </p:spPr>
        <p:txBody>
          <a:bodyPr anchor="ctr"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B3C2A26B-2CD4-B1E7-9336-7382259572A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7309" y="2877622"/>
            <a:ext cx="3780851" cy="365125"/>
          </a:xfrm>
        </p:spPr>
        <p:txBody>
          <a:bodyPr anchor="b"/>
          <a:lstStyle>
            <a:lvl1pPr>
              <a:defRPr sz="1800">
                <a:solidFill>
                  <a:schemeClr val="accent2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D59FD577-AAF5-BB2C-51C1-52FD63E7DFD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33942" y="4252909"/>
            <a:ext cx="272610" cy="272880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0" name="Text Placeholder 16">
            <a:extLst>
              <a:ext uri="{FF2B5EF4-FFF2-40B4-BE49-F238E27FC236}">
                <a16:creationId xmlns:a16="http://schemas.microsoft.com/office/drawing/2014/main" id="{151A22D2-B335-DA78-09C8-CC9EE06808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121736" y="4282986"/>
            <a:ext cx="3206424" cy="212725"/>
          </a:xfrm>
        </p:spPr>
        <p:txBody>
          <a:bodyPr anchor="ctr"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EE23FC99-1911-4004-8944-D91CFC49C2B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3942" y="4894430"/>
            <a:ext cx="272610" cy="272880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2" name="Text Placeholder 16">
            <a:extLst>
              <a:ext uri="{FF2B5EF4-FFF2-40B4-BE49-F238E27FC236}">
                <a16:creationId xmlns:a16="http://schemas.microsoft.com/office/drawing/2014/main" id="{225B2F06-3D1C-9F4E-C431-D641C624DA2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21736" y="4924507"/>
            <a:ext cx="3206424" cy="212725"/>
          </a:xfrm>
        </p:spPr>
        <p:txBody>
          <a:bodyPr anchor="ctr"/>
          <a:lstStyle>
            <a:lvl1pPr>
              <a:defRPr sz="1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5091C3F8-C053-4575-EB5E-9022770279B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0581" y="2121972"/>
            <a:ext cx="101889" cy="101990"/>
          </a:xfrm>
          <a:prstGeom prst="ellipse">
            <a:avLst/>
          </a:prstGeom>
          <a:solidFill>
            <a:schemeClr val="accent2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8FDEEC2B-7441-3487-09CB-9F093CEDCFC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72831" y="2121972"/>
            <a:ext cx="101889" cy="101990"/>
          </a:xfrm>
          <a:prstGeom prst="ellipse">
            <a:avLst/>
          </a:prstGeom>
          <a:solidFill>
            <a:srgbClr val="D5D5D5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6" name="Text Placeholder 14">
            <a:extLst>
              <a:ext uri="{FF2B5EF4-FFF2-40B4-BE49-F238E27FC236}">
                <a16:creationId xmlns:a16="http://schemas.microsoft.com/office/drawing/2014/main" id="{93493615-F756-B5A5-4D55-F34A487D2C4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095081" y="2121972"/>
            <a:ext cx="101889" cy="101990"/>
          </a:xfrm>
          <a:prstGeom prst="ellipse">
            <a:avLst/>
          </a:prstGeom>
          <a:solidFill>
            <a:srgbClr val="D5D5D5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C0A62B32-64F0-7562-52E5-52A0862AFA5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317331" y="2121972"/>
            <a:ext cx="101889" cy="101990"/>
          </a:xfrm>
          <a:prstGeom prst="ellipse">
            <a:avLst/>
          </a:prstGeom>
          <a:solidFill>
            <a:srgbClr val="D5D5D5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8" name="Text Placeholder 16">
            <a:extLst>
              <a:ext uri="{FF2B5EF4-FFF2-40B4-BE49-F238E27FC236}">
                <a16:creationId xmlns:a16="http://schemas.microsoft.com/office/drawing/2014/main" id="{E27E8DB0-D1D4-B49A-2AF7-53A5EBD3DD1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218660" y="4032854"/>
            <a:ext cx="3096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3DC8B03C-BEE8-3141-E1C4-183CEF8A31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218660" y="4688509"/>
            <a:ext cx="3096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30" name="Text Placeholder 16">
            <a:extLst>
              <a:ext uri="{FF2B5EF4-FFF2-40B4-BE49-F238E27FC236}">
                <a16:creationId xmlns:a16="http://schemas.microsoft.com/office/drawing/2014/main" id="{8F1039DA-F911-B2FC-5441-C26815A7B459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18660" y="5336157"/>
            <a:ext cx="3096000" cy="7200"/>
          </a:xfrm>
          <a:solidFill>
            <a:schemeClr val="accent2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 </a:t>
            </a:r>
            <a:endParaRPr lang="en-GB"/>
          </a:p>
        </p:txBody>
      </p:sp>
      <p:sp>
        <p:nvSpPr>
          <p:cNvPr id="39" name="Slide Number Placeholder 5">
            <a:extLst>
              <a:ext uri="{FF2B5EF4-FFF2-40B4-BE49-F238E27FC236}">
                <a16:creationId xmlns:a16="http://schemas.microsoft.com/office/drawing/2014/main" id="{289CC73D-A68C-30F6-30E7-179DAC6D41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A93F555-97E3-8D12-4144-91FB9DD8DD3D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5983862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l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E20AE25-06A2-FC58-F87E-86E5D66947CB}"/>
              </a:ext>
            </a:extLst>
          </p:cNvPr>
          <p:cNvSpPr>
            <a:spLocks/>
          </p:cNvSpPr>
          <p:nvPr userDrawn="1"/>
        </p:nvSpPr>
        <p:spPr>
          <a:xfrm rot="14081601">
            <a:off x="9579666" y="1425898"/>
            <a:ext cx="2169109" cy="8902048"/>
          </a:xfrm>
          <a:prstGeom prst="roundRect">
            <a:avLst>
              <a:gd name="adj" fmla="val 50000"/>
            </a:avLst>
          </a:prstGeom>
          <a:gradFill flip="none" rotWithShape="1">
            <a:gsLst>
              <a:gs pos="0">
                <a:srgbClr val="4C9DA0"/>
              </a:gs>
              <a:gs pos="100000">
                <a:srgbClr val="A7C271"/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46B049-BB6E-0F2F-0271-31607BD25A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309" y="502285"/>
            <a:ext cx="9714291" cy="2088515"/>
          </a:xfrm>
        </p:spPr>
        <p:txBody>
          <a:bodyPr anchor="t"/>
          <a:lstStyle>
            <a:lvl1pPr>
              <a:lnSpc>
                <a:spcPct val="100000"/>
              </a:lnSpc>
              <a:defRPr sz="4100" b="0">
                <a:latin typeface="+mj-lt"/>
              </a:defRPr>
            </a:lvl1pPr>
          </a:lstStyle>
          <a:p>
            <a:r>
              <a:rPr lang="en-US"/>
              <a:t>Add text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2F4FE95-2471-70B7-BFDA-FB511328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257800" y="6081712"/>
            <a:ext cx="1854200" cy="365125"/>
          </a:xfrm>
        </p:spPr>
        <p:txBody>
          <a:bodyPr/>
          <a:lstStyle>
            <a:lvl1pPr algn="ctr">
              <a:defRPr/>
            </a:lvl1pPr>
          </a:lstStyle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8823DC-7ED7-F97B-8B12-FD86D9DAB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7309" y="6081712"/>
            <a:ext cx="4114800" cy="365125"/>
          </a:xfrm>
        </p:spPr>
        <p:txBody>
          <a:bodyPr/>
          <a:lstStyle>
            <a:lvl1pPr algn="l">
              <a:defRPr/>
            </a:lvl1pPr>
          </a:lstStyle>
          <a:p>
            <a:endParaRPr lang="en-GB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0C317224-0583-549E-C923-A41FE19D5F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13709" y="389997"/>
            <a:ext cx="382965" cy="332278"/>
          </a:xfrm>
          <a:prstGeom prst="rect">
            <a:avLst/>
          </a:prstGeom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682760E0-2EF1-D0AF-C1EE-9B8F913C9C8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33942" y="4063772"/>
            <a:ext cx="476005" cy="476477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90FFE615-6433-D178-74A9-2F397739F04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74763" y="4195648"/>
            <a:ext cx="5837237" cy="212725"/>
          </a:xfrm>
        </p:spPr>
        <p:txBody>
          <a:bodyPr anchor="ctr"/>
          <a:lstStyle>
            <a:lvl1pPr>
              <a:defRPr sz="2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7826808D-268B-B514-A67E-B0280DD55A6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3942" y="4874928"/>
            <a:ext cx="476005" cy="476477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19" name="Text Placeholder 16">
            <a:extLst>
              <a:ext uri="{FF2B5EF4-FFF2-40B4-BE49-F238E27FC236}">
                <a16:creationId xmlns:a16="http://schemas.microsoft.com/office/drawing/2014/main" id="{39E45EA1-0486-196F-8A94-630B06E15AF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74763" y="5006804"/>
            <a:ext cx="5837237" cy="212725"/>
          </a:xfrm>
        </p:spPr>
        <p:txBody>
          <a:bodyPr anchor="ctr"/>
          <a:lstStyle>
            <a:lvl1pPr>
              <a:defRPr sz="2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20" name="Text Placeholder 14">
            <a:extLst>
              <a:ext uri="{FF2B5EF4-FFF2-40B4-BE49-F238E27FC236}">
                <a16:creationId xmlns:a16="http://schemas.microsoft.com/office/drawing/2014/main" id="{23237222-5046-F889-4CDB-98F122E3760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3942" y="5638685"/>
            <a:ext cx="476005" cy="476477"/>
          </a:xfrm>
          <a:prstGeom prst="ellipse">
            <a:avLst/>
          </a:prstGeom>
          <a:solidFill>
            <a:srgbClr val="CED5ED"/>
          </a:solidFill>
        </p:spPr>
        <p:txBody>
          <a:bodyPr anchor="ctr"/>
          <a:lstStyle>
            <a:lvl1pPr algn="ctr">
              <a:defRPr sz="2400">
                <a:solidFill>
                  <a:schemeClr val="accent1"/>
                </a:solidFill>
                <a:latin typeface="Avenir Next LT Pro Demi" panose="020B0704020202020204" pitchFamily="34" charset="0"/>
              </a:defRPr>
            </a:lvl1pPr>
          </a:lstStyle>
          <a:p>
            <a:pPr lvl="0"/>
            <a:r>
              <a:rPr lang="en-US"/>
              <a:t>0</a:t>
            </a:r>
            <a:endParaRPr lang="en-GB"/>
          </a:p>
        </p:txBody>
      </p:sp>
      <p:sp>
        <p:nvSpPr>
          <p:cNvPr id="21" name="Text Placeholder 16">
            <a:extLst>
              <a:ext uri="{FF2B5EF4-FFF2-40B4-BE49-F238E27FC236}">
                <a16:creationId xmlns:a16="http://schemas.microsoft.com/office/drawing/2014/main" id="{EC304C8B-AC8F-DD3F-ED54-3B371FF8C22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63" y="5770561"/>
            <a:ext cx="5837237" cy="212725"/>
          </a:xfrm>
        </p:spPr>
        <p:txBody>
          <a:bodyPr anchor="ctr"/>
          <a:lstStyle>
            <a:lvl1pPr>
              <a:defRPr sz="2200"/>
            </a:lvl1pPr>
          </a:lstStyle>
          <a:p>
            <a:pPr lvl="0"/>
            <a:r>
              <a:rPr lang="en-US"/>
              <a:t>Add text</a:t>
            </a:r>
            <a:endParaRPr lang="en-GB"/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F961253C-E516-9D91-5878-58F8E4579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89" y="5854695"/>
            <a:ext cx="581022" cy="838204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>
              <a:defRPr lang="en-GB" smtClean="0"/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FAA4F06-086D-6748-D447-26E5BD392965}"/>
              </a:ext>
            </a:extLst>
          </p:cNvPr>
          <p:cNvSpPr/>
          <p:nvPr userDrawn="1"/>
        </p:nvSpPr>
        <p:spPr>
          <a:xfrm>
            <a:off x="0" y="6659880"/>
            <a:ext cx="12192000" cy="198120"/>
          </a:xfrm>
          <a:prstGeom prst="rect">
            <a:avLst/>
          </a:prstGeom>
          <a:gradFill flip="none" rotWithShape="1">
            <a:gsLst>
              <a:gs pos="0">
                <a:srgbClr val="4C9DA0"/>
              </a:gs>
              <a:gs pos="100000">
                <a:srgbClr val="8AC28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7236129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9BC23-00F5-2F1A-AB5E-6C4D332A0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6D91C-5507-4BDA-DE23-1BF86A394C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96CDF-1375-EECC-2304-CD1E6C947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1C4AF-7F4E-0899-49ED-AB077CC7F4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5DEF3C-0A0A-8EE2-8C0F-FAD257EE7B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2FA4F6-E5AC-4820-BB1A-419D471CA3A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06437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ces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76753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ags" Target="../tags/tag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18" Type="http://schemas.openxmlformats.org/officeDocument/2006/relationships/slideLayout" Target="../slideLayouts/slideLayout40.xml"/><Relationship Id="rId26" Type="http://schemas.openxmlformats.org/officeDocument/2006/relationships/tags" Target="../tags/tag23.xml"/><Relationship Id="rId3" Type="http://schemas.openxmlformats.org/officeDocument/2006/relationships/slideLayout" Target="../slideLayouts/slideLayout25.xml"/><Relationship Id="rId21" Type="http://schemas.openxmlformats.org/officeDocument/2006/relationships/slideLayout" Target="../slideLayouts/slideLayout43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17" Type="http://schemas.openxmlformats.org/officeDocument/2006/relationships/slideLayout" Target="../slideLayouts/slideLayout39.xml"/><Relationship Id="rId25" Type="http://schemas.openxmlformats.org/officeDocument/2006/relationships/theme" Target="../theme/theme2.xml"/><Relationship Id="rId2" Type="http://schemas.openxmlformats.org/officeDocument/2006/relationships/slideLayout" Target="../slideLayouts/slideLayout24.xml"/><Relationship Id="rId16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42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2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27.xml"/><Relationship Id="rId15" Type="http://schemas.openxmlformats.org/officeDocument/2006/relationships/slideLayout" Target="../slideLayouts/slideLayout37.xml"/><Relationship Id="rId23" Type="http://schemas.openxmlformats.org/officeDocument/2006/relationships/slideLayout" Target="../slideLayouts/slideLayout45.xml"/><Relationship Id="rId10" Type="http://schemas.openxmlformats.org/officeDocument/2006/relationships/slideLayout" Target="../slideLayouts/slideLayout32.xml"/><Relationship Id="rId19" Type="http://schemas.openxmlformats.org/officeDocument/2006/relationships/slideLayout" Target="../slideLayouts/slideLayout41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slideLayout" Target="../slideLayouts/slideLayout36.xml"/><Relationship Id="rId22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548E-F5A1-B489-262F-3252FA7A2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90" y="5854696"/>
            <a:ext cx="581022" cy="838202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Avenir Next LT Pro Demi" panose="020B0704020202020204" pitchFamily="34" charset="0"/>
              </a:defRPr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5C347D-DEFA-5608-2A70-E2D90927D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61A27-FF84-1FDB-BD69-07449C65A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1D1F6-443E-2EA8-2509-C58D6FBA36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8ED67-2ED7-D04C-5488-D70F19498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custDataLst>
      <p:tags r:id="rId24"/>
    </p:custDataLst>
    <p:extLst>
      <p:ext uri="{BB962C8B-B14F-4D97-AF65-F5344CB8AC3E}">
        <p14:creationId xmlns:p14="http://schemas.microsoft.com/office/powerpoint/2010/main" val="18417221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720" r:id="rId2"/>
    <p:sldLayoutId id="2147483653" r:id="rId3"/>
    <p:sldLayoutId id="2147483660" r:id="rId4"/>
    <p:sldLayoutId id="2147483650" r:id="rId5"/>
    <p:sldLayoutId id="2147483649" r:id="rId6"/>
    <p:sldLayoutId id="2147483658" r:id="rId7"/>
    <p:sldLayoutId id="2147483663" r:id="rId8"/>
    <p:sldLayoutId id="2147483659" r:id="rId9"/>
    <p:sldLayoutId id="2147483666" r:id="rId10"/>
    <p:sldLayoutId id="2147483669" r:id="rId11"/>
    <p:sldLayoutId id="2147483657" r:id="rId12"/>
    <p:sldLayoutId id="2147483664" r:id="rId13"/>
    <p:sldLayoutId id="2147483665" r:id="rId14"/>
    <p:sldLayoutId id="2147483655" r:id="rId15"/>
    <p:sldLayoutId id="2147483662" r:id="rId16"/>
    <p:sldLayoutId id="2147483651" r:id="rId17"/>
    <p:sldLayoutId id="2147483668" r:id="rId18"/>
    <p:sldLayoutId id="2147483656" r:id="rId19"/>
    <p:sldLayoutId id="2147483721" r:id="rId20"/>
    <p:sldLayoutId id="2147483722" r:id="rId21"/>
    <p:sldLayoutId id="2147483661" r:id="rId2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0850" indent="-228600" algn="l" defTabSz="91440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17550" indent="-228600" algn="l" defTabSz="91440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84250" indent="-228600" algn="l" defTabSz="91440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2E548E-F5A1-B489-262F-3252FA7A2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16200000">
            <a:off x="11482390" y="5854696"/>
            <a:ext cx="581022" cy="838202"/>
          </a:xfrm>
          <a:prstGeom prst="rect">
            <a:avLst/>
          </a:prstGeom>
          <a:noFill/>
        </p:spPr>
        <p:txBody>
          <a:bodyPr vert="vert" lIns="72000" tIns="0" rIns="72000" bIns="0"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  <a:latin typeface="Avenir Next LT Pro Demi" panose="020B0704020202020204" pitchFamily="34" charset="0"/>
              </a:defRPr>
            </a:lvl1pPr>
          </a:lstStyle>
          <a:p>
            <a:fld id="{61716058-D27E-424A-8609-64EA3BA6CA0F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C5C347D-DEFA-5608-2A70-E2D90927D4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A61A27-FF84-1FDB-BD69-07449C65A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F1D1F6-443E-2EA8-2509-C58D6FBA36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8ED67-2ED7-D04C-5488-D70F194983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</p:spTree>
    <p:custDataLst>
      <p:tags r:id="rId26"/>
    </p:custDataLst>
    <p:extLst>
      <p:ext uri="{BB962C8B-B14F-4D97-AF65-F5344CB8AC3E}">
        <p14:creationId xmlns:p14="http://schemas.microsoft.com/office/powerpoint/2010/main" val="2549976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  <p:sldLayoutId id="2147483733" r:id="rId10"/>
    <p:sldLayoutId id="2147483734" r:id="rId11"/>
    <p:sldLayoutId id="2147483735" r:id="rId12"/>
    <p:sldLayoutId id="2147483736" r:id="rId13"/>
    <p:sldLayoutId id="2147483737" r:id="rId14"/>
    <p:sldLayoutId id="2147483738" r:id="rId15"/>
    <p:sldLayoutId id="2147483739" r:id="rId16"/>
    <p:sldLayoutId id="2147483740" r:id="rId17"/>
    <p:sldLayoutId id="2147483741" r:id="rId18"/>
    <p:sldLayoutId id="2147483742" r:id="rId19"/>
    <p:sldLayoutId id="2147483743" r:id="rId20"/>
    <p:sldLayoutId id="2147483744" r:id="rId21"/>
    <p:sldLayoutId id="2147483745" r:id="rId22"/>
    <p:sldLayoutId id="2147483746" r:id="rId23"/>
    <p:sldLayoutId id="2147483747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450850" indent="-228600" algn="l" defTabSz="91440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717550" indent="-228600" algn="l" defTabSz="91440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4pPr>
      <a:lvl5pPr marL="984250" indent="-228600" algn="l" defTabSz="914400" rtl="0" eaLnBrk="1" latinLnBrk="0" hangingPunct="1">
        <a:lnSpc>
          <a:spcPct val="105000"/>
        </a:lnSpc>
        <a:spcBef>
          <a:spcPts val="6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4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4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B6F0F3-6BF9-8675-87C4-28C5A9A8B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309" y="1266824"/>
            <a:ext cx="9930191" cy="2505075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dirty="0" err="1"/>
              <a:t>Aurigene</a:t>
            </a:r>
            <a:r>
              <a:rPr lang="en-US" dirty="0"/>
              <a:t> x Henkel</a:t>
            </a:r>
            <a:br>
              <a:rPr lang="en-US" dirty="0"/>
            </a:br>
            <a:r>
              <a:rPr lang="en-US" dirty="0"/>
              <a:t>Peptide Design Proposal</a:t>
            </a:r>
            <a:endParaRPr lang="en-GB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52822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D1027-D16B-9091-E38B-76C0E21D8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20526" cy="51082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400" b="1" dirty="0">
                <a:solidFill>
                  <a:srgbClr val="000000"/>
                </a:solidFill>
                <a:cs typeface="Calibri"/>
              </a:rPr>
              <a:t>Peptide Design - </a:t>
            </a:r>
            <a:r>
              <a:rPr lang="en-US" sz="2400" dirty="0">
                <a:effectLst/>
              </a:rPr>
              <a:t>Identify a peptide that shows analogue performance to the chemical molecule of US 11566206 B2</a:t>
            </a:r>
            <a:endParaRPr lang="en-US" sz="2400" b="1" dirty="0">
              <a:solidFill>
                <a:srgbClr val="000000"/>
              </a:solidFill>
              <a:cs typeface="Calibri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7AB5EA-299A-3E91-5739-68290B761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1716058-D27E-424A-8609-64EA3BA6CA0F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venir Next LT Pro Demi" panose="020B0704020202020204" pitchFamily="34" charset="0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venir Next LT Pro Demi" panose="020B0704020202020204" pitchFamily="34" charset="0"/>
              <a:ea typeface="+mn-ea"/>
              <a:cs typeface="+mn-cs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DE12CFD4-5123-17F4-7DCD-A96B5C4346BF}"/>
              </a:ext>
            </a:extLst>
          </p:cNvPr>
          <p:cNvCxnSpPr>
            <a:cxnSpLocks/>
            <a:stCxn id="25" idx="3"/>
            <a:endCxn id="110" idx="2"/>
          </p:cNvCxnSpPr>
          <p:nvPr/>
        </p:nvCxnSpPr>
        <p:spPr>
          <a:xfrm flipV="1">
            <a:off x="2630437" y="1324021"/>
            <a:ext cx="1541619" cy="20368"/>
          </a:xfrm>
          <a:prstGeom prst="straightConnector1">
            <a:avLst/>
          </a:prstGeom>
          <a:ln w="53975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28">
            <a:extLst>
              <a:ext uri="{FF2B5EF4-FFF2-40B4-BE49-F238E27FC236}">
                <a16:creationId xmlns:a16="http://schemas.microsoft.com/office/drawing/2014/main" id="{FE41F219-15F6-BD50-D15E-CD7787523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20491" y="2926122"/>
            <a:ext cx="2377058" cy="594009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lIns="100584" tIns="50292" rIns="100584" bIns="50292" anchor="ctr"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ctr" defTabSz="962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CADD and generative (AI/ML) peptide models</a:t>
            </a:r>
          </a:p>
        </p:txBody>
      </p:sp>
      <p:sp>
        <p:nvSpPr>
          <p:cNvPr id="38" name="TextBox 28">
            <a:extLst>
              <a:ext uri="{FF2B5EF4-FFF2-40B4-BE49-F238E27FC236}">
                <a16:creationId xmlns:a16="http://schemas.microsoft.com/office/drawing/2014/main" id="{BE0AEF81-75D0-9643-C171-8DF68FA5258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1437" y="1135118"/>
            <a:ext cx="3059732" cy="347788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lIns="100584" tIns="50292" rIns="100584" bIns="50292" anchor="ctr"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ctr" defTabSz="962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Solubility prediction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41" name="TextBox 28">
            <a:extLst>
              <a:ext uri="{FF2B5EF4-FFF2-40B4-BE49-F238E27FC236}">
                <a16:creationId xmlns:a16="http://schemas.microsoft.com/office/drawing/2014/main" id="{BF853DD6-0625-4BBC-C4F5-4478A6FC53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8184" y="2782883"/>
            <a:ext cx="2902349" cy="594009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lIns="100584" tIns="50292" rIns="100584" bIns="50292" anchor="ctr"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ctr" defTabSz="962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Complex Model building with Fe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3+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and optim</a:t>
            </a:r>
            <a:r>
              <a:rPr lang="en-US" sz="1600" b="1" dirty="0" err="1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  <a:sym typeface="Helvetica Neue"/>
              </a:rPr>
              <a:t>ization</a:t>
            </a:r>
            <a:endParaRPr kumimoji="0" lang="en-US" sz="1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FDC1487-FBB9-A648-CEA4-007027669B1F}"/>
              </a:ext>
            </a:extLst>
          </p:cNvPr>
          <p:cNvSpPr/>
          <p:nvPr/>
        </p:nvSpPr>
        <p:spPr>
          <a:xfrm>
            <a:off x="5149637" y="5154933"/>
            <a:ext cx="2163468" cy="1254215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Top ranked stable peptide prioritization 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DA3A6DD7-01F9-3CC1-AA0C-E08E314773BE}"/>
              </a:ext>
            </a:extLst>
          </p:cNvPr>
          <p:cNvCxnSpPr>
            <a:cxnSpLocks/>
            <a:stCxn id="60" idx="2"/>
            <a:endCxn id="41" idx="0"/>
          </p:cNvCxnSpPr>
          <p:nvPr/>
        </p:nvCxnSpPr>
        <p:spPr>
          <a:xfrm flipH="1">
            <a:off x="9869359" y="2281095"/>
            <a:ext cx="1944" cy="501788"/>
          </a:xfrm>
          <a:prstGeom prst="straightConnector1">
            <a:avLst/>
          </a:prstGeom>
          <a:ln w="53975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28">
            <a:extLst>
              <a:ext uri="{FF2B5EF4-FFF2-40B4-BE49-F238E27FC236}">
                <a16:creationId xmlns:a16="http://schemas.microsoft.com/office/drawing/2014/main" id="{DBDE2DEA-89A8-54AA-3B3E-1F1AE3C90B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096" y="3613128"/>
            <a:ext cx="1721917" cy="840230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lIns="100584" tIns="50292" rIns="100584" bIns="50292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1924216" eaLnBrk="1" hangingPunct="1">
              <a:defRPr sz="3200" kern="1200">
                <a:solidFill>
                  <a:prstClr val="black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eaLnBrk="0">
              <a:defRPr sz="1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>
              <a:defRPr sz="1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>
              <a:defRPr sz="1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>
              <a:defRPr sz="1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62025" eaLnBrk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62025" eaLnBrk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62025" eaLnBrk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62025" eaLnBrk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ctr" defTabSz="962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Sequence and phylogeny comparison</a:t>
            </a:r>
          </a:p>
        </p:txBody>
      </p:sp>
      <p:sp>
        <p:nvSpPr>
          <p:cNvPr id="46" name="TextBox 28">
            <a:extLst>
              <a:ext uri="{FF2B5EF4-FFF2-40B4-BE49-F238E27FC236}">
                <a16:creationId xmlns:a16="http://schemas.microsoft.com/office/drawing/2014/main" id="{B788BBAD-83AF-83A7-481B-C12123136D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339" y="2137219"/>
            <a:ext cx="2965429" cy="1086451"/>
          </a:xfrm>
          <a:prstGeom prst="rect">
            <a:avLst/>
          </a:prstGeom>
          <a:noFill/>
          <a:ln w="28575">
            <a:solidFill>
              <a:schemeClr val="tx1"/>
            </a:solidFill>
            <a:prstDash val="solid"/>
          </a:ln>
        </p:spPr>
        <p:txBody>
          <a:bodyPr wrap="square" lIns="100584" tIns="50292" rIns="100584" bIns="50292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indent="0" defTabSz="962108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FillTx/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marR="0" indent="2286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2pPr>
            <a:lvl3pPr marL="0" marR="0" indent="4572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3pPr>
            <a:lvl4pPr marL="0" marR="0" indent="6858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4pPr>
            <a:lvl5pPr marL="0" marR="0" indent="9144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5pPr>
            <a:lvl6pPr marL="0" marR="0" indent="11430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6pPr>
            <a:lvl7pPr marL="0" marR="0" indent="13716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7pPr>
            <a:lvl8pPr marL="0" marR="0" indent="16002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8pPr>
            <a:lvl9pPr marL="0" marR="0" indent="18288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9pPr>
          </a:lstStyle>
          <a:p>
            <a:pPr marL="0" marR="0" lvl="0" indent="0" algn="ctr" defTabSz="962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Functional role of similar proteins in related organisms. Mutational analysis "ala" or "all" </a:t>
            </a:r>
          </a:p>
        </p:txBody>
      </p:sp>
      <p:sp>
        <p:nvSpPr>
          <p:cNvPr id="50" name="TextBox 28">
            <a:extLst>
              <a:ext uri="{FF2B5EF4-FFF2-40B4-BE49-F238E27FC236}">
                <a16:creationId xmlns:a16="http://schemas.microsoft.com/office/drawing/2014/main" id="{1ECC95C4-5E6D-2432-8CB2-0265CCA6EE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2642" y="5531147"/>
            <a:ext cx="2758826" cy="1086451"/>
          </a:xfrm>
          <a:prstGeom prst="rect">
            <a:avLst/>
          </a:prstGeom>
          <a:noFill/>
          <a:ln w="28575">
            <a:solidFill>
              <a:srgbClr val="1F3FB7"/>
            </a:solidFill>
            <a:prstDash val="sysDash"/>
          </a:ln>
        </p:spPr>
        <p:txBody>
          <a:bodyPr wrap="square" lIns="100584" tIns="50292" rIns="100584" bIns="50292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R="0" indent="0" defTabSz="962108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1" i="0" u="none" strike="noStrike" cap="none" spc="0" normalizeH="0" baseline="0">
                <a:ln>
                  <a:noFill/>
                </a:ln>
                <a:solidFill>
                  <a:prstClr val="black"/>
                </a:solidFill>
                <a:effectLst/>
                <a:uFillTx/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0" marR="0" indent="2286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2pPr>
            <a:lvl3pPr marL="0" marR="0" indent="4572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3pPr>
            <a:lvl4pPr marL="0" marR="0" indent="6858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4pPr>
            <a:lvl5pPr marL="0" marR="0" indent="9144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5pPr>
            <a:lvl6pPr marL="0" marR="0" indent="11430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6pPr>
            <a:lvl7pPr marL="0" marR="0" indent="13716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7pPr>
            <a:lvl8pPr marL="0" marR="0" indent="16002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8pPr>
            <a:lvl9pPr marL="0" marR="0" indent="1828800" algn="ctr" defTabSz="82550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Helvetica Neue"/>
                <a:ea typeface="Helvetica Neue"/>
                <a:cs typeface="Helvetica Neue"/>
              </a:defRPr>
            </a:lvl9pPr>
          </a:lstStyle>
          <a:p>
            <a:pPr marL="0" marR="0" lvl="0" indent="0" algn="ctr" defTabSz="962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Review of literature and experimental data related to Natural </a:t>
            </a:r>
            <a:r>
              <a:rPr lang="en-US" sz="1600" dirty="0">
                <a:sym typeface="Helvetica Neue"/>
              </a:rPr>
              <a:t>peptides &amp; </a:t>
            </a:r>
            <a:r>
              <a:rPr lang="en-GB" sz="1600" dirty="0"/>
              <a:t>patent molecule (US 11566206 B2)</a:t>
            </a:r>
            <a:r>
              <a:rPr lang="en-US" sz="1600" dirty="0">
                <a:sym typeface="Helvetica Neue"/>
              </a:rPr>
              <a:t> </a:t>
            </a: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8085782-2C69-8D6F-4404-11329DF7223A}"/>
              </a:ext>
            </a:extLst>
          </p:cNvPr>
          <p:cNvCxnSpPr>
            <a:cxnSpLocks/>
            <a:stCxn id="50" idx="0"/>
            <a:endCxn id="53" idx="2"/>
          </p:cNvCxnSpPr>
          <p:nvPr/>
        </p:nvCxnSpPr>
        <p:spPr>
          <a:xfrm flipV="1">
            <a:off x="1732055" y="5161810"/>
            <a:ext cx="371" cy="369337"/>
          </a:xfrm>
          <a:prstGeom prst="straightConnector1">
            <a:avLst/>
          </a:prstGeom>
          <a:ln w="53975">
            <a:solidFill>
              <a:schemeClr val="accent4">
                <a:lumMod val="50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28">
            <a:extLst>
              <a:ext uri="{FF2B5EF4-FFF2-40B4-BE49-F238E27FC236}">
                <a16:creationId xmlns:a16="http://schemas.microsoft.com/office/drawing/2014/main" id="{A958E04E-BD01-E60F-86A0-78B4F38376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1467" y="4814022"/>
            <a:ext cx="1721918" cy="347788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lIns="100584" tIns="50292" rIns="100584" bIns="50292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defTabSz="1924216" eaLnBrk="1" hangingPunct="1">
              <a:defRPr sz="3200" kern="1200">
                <a:solidFill>
                  <a:prstClr val="black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 marL="742950" indent="-285750" eaLnBrk="0">
              <a:defRPr sz="1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>
              <a:defRPr sz="1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>
              <a:defRPr sz="1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>
              <a:defRPr sz="1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62025" eaLnBrk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62025" eaLnBrk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62025" eaLnBrk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62025" eaLnBrk="0" fontAlgn="base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ctr" defTabSz="962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Natural peptides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616CA180-6B85-E67E-CEB1-7A6740AF31C0}"/>
              </a:ext>
            </a:extLst>
          </p:cNvPr>
          <p:cNvCxnSpPr>
            <a:cxnSpLocks/>
            <a:stCxn id="53" idx="0"/>
            <a:endCxn id="45" idx="2"/>
          </p:cNvCxnSpPr>
          <p:nvPr/>
        </p:nvCxnSpPr>
        <p:spPr>
          <a:xfrm flipH="1" flipV="1">
            <a:off x="1732055" y="4453358"/>
            <a:ext cx="371" cy="360664"/>
          </a:xfrm>
          <a:prstGeom prst="straightConnector1">
            <a:avLst/>
          </a:prstGeom>
          <a:ln w="53975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382316B-B606-E68A-39B0-B1333AC10F5D}"/>
              </a:ext>
            </a:extLst>
          </p:cNvPr>
          <p:cNvCxnSpPr>
            <a:cxnSpLocks/>
            <a:stCxn id="45" idx="0"/>
            <a:endCxn id="46" idx="2"/>
          </p:cNvCxnSpPr>
          <p:nvPr/>
        </p:nvCxnSpPr>
        <p:spPr>
          <a:xfrm flipH="1" flipV="1">
            <a:off x="1732054" y="3223670"/>
            <a:ext cx="1" cy="389458"/>
          </a:xfrm>
          <a:prstGeom prst="straightConnector1">
            <a:avLst/>
          </a:prstGeom>
          <a:ln w="53975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28">
            <a:extLst>
              <a:ext uri="{FF2B5EF4-FFF2-40B4-BE49-F238E27FC236}">
                <a16:creationId xmlns:a16="http://schemas.microsoft.com/office/drawing/2014/main" id="{AD6AF4E9-D1A2-CF61-D2D7-97C08F34FE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41437" y="1933307"/>
            <a:ext cx="3059732" cy="347788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lIns="100584" tIns="50292" rIns="100584" bIns="50292" anchor="ctr"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ctr" defTabSz="962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6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  <a:sym typeface="Helvetica Neue"/>
              </a:rPr>
              <a:t>T</a:t>
            </a:r>
            <a:r>
              <a:rPr lang="en-US" sz="16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  <a:sym typeface="Helvetica Neue"/>
              </a:rPr>
              <a:t>op soluble peptides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Helvetica Neue"/>
            </a:endParaRPr>
          </a:p>
        </p:txBody>
      </p: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BE7F1252-3093-0C22-2414-BDAC19B333AC}"/>
              </a:ext>
            </a:extLst>
          </p:cNvPr>
          <p:cNvCxnSpPr>
            <a:cxnSpLocks/>
            <a:stCxn id="38" idx="2"/>
            <a:endCxn id="60" idx="0"/>
          </p:cNvCxnSpPr>
          <p:nvPr/>
        </p:nvCxnSpPr>
        <p:spPr>
          <a:xfrm>
            <a:off x="9871303" y="1482906"/>
            <a:ext cx="0" cy="450401"/>
          </a:xfrm>
          <a:prstGeom prst="straightConnector1">
            <a:avLst/>
          </a:prstGeom>
          <a:ln w="53975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47672F3-3DA8-5F86-C3EB-0416FFA61706}"/>
              </a:ext>
            </a:extLst>
          </p:cNvPr>
          <p:cNvSpPr txBox="1"/>
          <p:nvPr/>
        </p:nvSpPr>
        <p:spPr>
          <a:xfrm>
            <a:off x="5534407" y="6634004"/>
            <a:ext cx="13543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  <a:endParaRPr lang="en-US" sz="1100" dirty="0"/>
          </a:p>
        </p:txBody>
      </p:sp>
      <p:sp>
        <p:nvSpPr>
          <p:cNvPr id="4" name="TextBox 28">
            <a:extLst>
              <a:ext uri="{FF2B5EF4-FFF2-40B4-BE49-F238E27FC236}">
                <a16:creationId xmlns:a16="http://schemas.microsoft.com/office/drawing/2014/main" id="{2EC0A6F6-87BA-26EA-EF3B-24D67503D4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8183" y="3873734"/>
            <a:ext cx="2902349" cy="594009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lIns="100584" tIns="50292" rIns="100584" bIns="50292" anchor="ctr"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ctr" defTabSz="962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MD simulation of Peptide complex with Fe</a:t>
            </a:r>
            <a:r>
              <a:rPr kumimoji="0" lang="en-US" sz="16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3+</a:t>
            </a:r>
            <a:endParaRPr kumimoji="0" lang="en-US" sz="1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10" name="TextBox 28">
            <a:extLst>
              <a:ext uri="{FF2B5EF4-FFF2-40B4-BE49-F238E27FC236}">
                <a16:creationId xmlns:a16="http://schemas.microsoft.com/office/drawing/2014/main" id="{D0323D2D-9AD6-6023-623F-32C0B439FFB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8186" y="5608147"/>
            <a:ext cx="2902349" cy="347788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lIns="100584" tIns="50292" rIns="100584" bIns="50292" anchor="ctr"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ctr" defTabSz="962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Comparative analysis</a:t>
            </a:r>
            <a:endParaRPr kumimoji="0" lang="en-US" sz="1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Helvetica Neue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8648B4E-F15C-53CD-5735-54E33A84A866}"/>
              </a:ext>
            </a:extLst>
          </p:cNvPr>
          <p:cNvCxnSpPr>
            <a:cxnSpLocks/>
            <a:stCxn id="41" idx="2"/>
            <a:endCxn id="4" idx="0"/>
          </p:cNvCxnSpPr>
          <p:nvPr/>
        </p:nvCxnSpPr>
        <p:spPr>
          <a:xfrm flipH="1">
            <a:off x="9869358" y="3376892"/>
            <a:ext cx="1" cy="496842"/>
          </a:xfrm>
          <a:prstGeom prst="straightConnector1">
            <a:avLst/>
          </a:prstGeom>
          <a:ln w="53975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3A6E022-8872-E22F-821E-876AC2192300}"/>
              </a:ext>
            </a:extLst>
          </p:cNvPr>
          <p:cNvCxnSpPr>
            <a:cxnSpLocks/>
            <a:stCxn id="4" idx="2"/>
            <a:endCxn id="23" idx="0"/>
          </p:cNvCxnSpPr>
          <p:nvPr/>
        </p:nvCxnSpPr>
        <p:spPr>
          <a:xfrm flipH="1">
            <a:off x="9869357" y="4467743"/>
            <a:ext cx="1" cy="412814"/>
          </a:xfrm>
          <a:prstGeom prst="straightConnector1">
            <a:avLst/>
          </a:prstGeom>
          <a:ln w="53975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009D209-4E8B-16FD-E83F-995F3E7C5D05}"/>
              </a:ext>
            </a:extLst>
          </p:cNvPr>
          <p:cNvCxnSpPr>
            <a:cxnSpLocks/>
            <a:stCxn id="10" idx="1"/>
            <a:endCxn id="42" idx="6"/>
          </p:cNvCxnSpPr>
          <p:nvPr/>
        </p:nvCxnSpPr>
        <p:spPr>
          <a:xfrm flipH="1">
            <a:off x="7313105" y="5782041"/>
            <a:ext cx="1105081" cy="0"/>
          </a:xfrm>
          <a:prstGeom prst="straightConnector1">
            <a:avLst/>
          </a:prstGeom>
          <a:ln w="53975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8">
            <a:extLst>
              <a:ext uri="{FF2B5EF4-FFF2-40B4-BE49-F238E27FC236}">
                <a16:creationId xmlns:a16="http://schemas.microsoft.com/office/drawing/2014/main" id="{097172B8-DBBA-8FAF-4823-A7B24364B2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8182" y="4880557"/>
            <a:ext cx="2902349" cy="347788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lIns="100584" tIns="50292" rIns="100584" bIns="50292" anchor="ctr"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ctr" defTabSz="962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Interaction Profiling</a:t>
            </a:r>
            <a:endParaRPr kumimoji="0" lang="en-US" sz="1600" b="1" i="0" u="none" strike="noStrike" kern="1200" cap="none" spc="0" normalizeH="0" baseline="300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  <a:sym typeface="Helvetica Neue"/>
            </a:endParaRPr>
          </a:p>
        </p:txBody>
      </p:sp>
      <p:sp>
        <p:nvSpPr>
          <p:cNvPr id="25" name="TextBox 28">
            <a:extLst>
              <a:ext uri="{FF2B5EF4-FFF2-40B4-BE49-F238E27FC236}">
                <a16:creationId xmlns:a16="http://schemas.microsoft.com/office/drawing/2014/main" id="{4305B4EB-F370-84AA-594E-8DA987F295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3669" y="924274"/>
            <a:ext cx="1796768" cy="840230"/>
          </a:xfrm>
          <a:prstGeom prst="rect">
            <a:avLst/>
          </a:prstGeom>
          <a:noFill/>
          <a:ln w="28575">
            <a:solidFill>
              <a:schemeClr val="accent4">
                <a:lumMod val="50000"/>
              </a:schemeClr>
            </a:solidFill>
          </a:ln>
        </p:spPr>
        <p:txBody>
          <a:bodyPr wrap="square" lIns="100584" tIns="50292" rIns="100584" bIns="50292" anchor="ctr">
            <a:spAutoFit/>
          </a:bodyPr>
          <a:lstStyle>
            <a:lvl1pPr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 sz="19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defTabSz="962025" eaLnBrk="0" fontAlgn="base" hangingPunct="0">
              <a:spcBef>
                <a:spcPct val="0"/>
              </a:spcBef>
              <a:spcAft>
                <a:spcPct val="0"/>
              </a:spcAft>
              <a:defRPr sz="19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0" marR="0" lvl="0" indent="0" algn="ctr" defTabSz="96210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Sequence to structural homology  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A8CCAE34-66FE-4DEE-7340-ED1529F7B82A}"/>
              </a:ext>
            </a:extLst>
          </p:cNvPr>
          <p:cNvCxnSpPr>
            <a:cxnSpLocks/>
            <a:stCxn id="46" idx="0"/>
            <a:endCxn id="25" idx="2"/>
          </p:cNvCxnSpPr>
          <p:nvPr/>
        </p:nvCxnSpPr>
        <p:spPr>
          <a:xfrm flipH="1" flipV="1">
            <a:off x="1732053" y="1764504"/>
            <a:ext cx="1" cy="372715"/>
          </a:xfrm>
          <a:prstGeom prst="straightConnector1">
            <a:avLst/>
          </a:prstGeom>
          <a:ln w="53975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50ABF7E7-39C2-1602-39D2-A39B1292E2E5}"/>
              </a:ext>
            </a:extLst>
          </p:cNvPr>
          <p:cNvCxnSpPr>
            <a:cxnSpLocks/>
            <a:stCxn id="36" idx="0"/>
            <a:endCxn id="110" idx="4"/>
          </p:cNvCxnSpPr>
          <p:nvPr/>
        </p:nvCxnSpPr>
        <p:spPr>
          <a:xfrm flipV="1">
            <a:off x="5509020" y="1885330"/>
            <a:ext cx="1" cy="1040792"/>
          </a:xfrm>
          <a:prstGeom prst="straightConnector1">
            <a:avLst/>
          </a:prstGeom>
          <a:ln w="53975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20D2AED-D3C1-0008-9EC2-6F53EEF85CAF}"/>
              </a:ext>
            </a:extLst>
          </p:cNvPr>
          <p:cNvCxnSpPr>
            <a:cxnSpLocks/>
            <a:stCxn id="110" idx="6"/>
            <a:endCxn id="38" idx="1"/>
          </p:cNvCxnSpPr>
          <p:nvPr/>
        </p:nvCxnSpPr>
        <p:spPr>
          <a:xfrm flipV="1">
            <a:off x="6845985" y="1309012"/>
            <a:ext cx="1495452" cy="15009"/>
          </a:xfrm>
          <a:prstGeom prst="straightConnector1">
            <a:avLst/>
          </a:prstGeom>
          <a:ln w="53975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0239EEC3-0E8A-EA7B-0503-F24B9E62758B}"/>
              </a:ext>
            </a:extLst>
          </p:cNvPr>
          <p:cNvCxnSpPr>
            <a:cxnSpLocks/>
            <a:stCxn id="23" idx="2"/>
            <a:endCxn id="10" idx="0"/>
          </p:cNvCxnSpPr>
          <p:nvPr/>
        </p:nvCxnSpPr>
        <p:spPr>
          <a:xfrm>
            <a:off x="9869357" y="5228345"/>
            <a:ext cx="4" cy="379802"/>
          </a:xfrm>
          <a:prstGeom prst="straightConnector1">
            <a:avLst/>
          </a:prstGeom>
          <a:ln w="53975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Oval 109">
            <a:extLst>
              <a:ext uri="{FF2B5EF4-FFF2-40B4-BE49-F238E27FC236}">
                <a16:creationId xmlns:a16="http://schemas.microsoft.com/office/drawing/2014/main" id="{B30B7F70-EDB9-2E00-C08C-156CFB94D848}"/>
              </a:ext>
            </a:extLst>
          </p:cNvPr>
          <p:cNvSpPr/>
          <p:nvPr/>
        </p:nvSpPr>
        <p:spPr>
          <a:xfrm>
            <a:off x="4172056" y="762712"/>
            <a:ext cx="2673929" cy="112261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Calibri" panose="020F0502020204030204" pitchFamily="34" charset="0"/>
                <a:sym typeface="Helvetica Neue"/>
              </a:rPr>
              <a:t>Peptide Pool</a:t>
            </a:r>
          </a:p>
        </p:txBody>
      </p:sp>
      <p:cxnSp>
        <p:nvCxnSpPr>
          <p:cNvPr id="127" name="Connector: Elbow 126">
            <a:extLst>
              <a:ext uri="{FF2B5EF4-FFF2-40B4-BE49-F238E27FC236}">
                <a16:creationId xmlns:a16="http://schemas.microsoft.com/office/drawing/2014/main" id="{750FB67F-1321-4391-7721-E81D5650D69F}"/>
              </a:ext>
            </a:extLst>
          </p:cNvPr>
          <p:cNvCxnSpPr>
            <a:cxnSpLocks/>
            <a:stCxn id="45" idx="3"/>
            <a:endCxn id="36" idx="2"/>
          </p:cNvCxnSpPr>
          <p:nvPr/>
        </p:nvCxnSpPr>
        <p:spPr>
          <a:xfrm flipV="1">
            <a:off x="2593013" y="3520131"/>
            <a:ext cx="2916007" cy="513112"/>
          </a:xfrm>
          <a:prstGeom prst="bentConnector2">
            <a:avLst/>
          </a:prstGeom>
          <a:ln w="53975">
            <a:solidFill>
              <a:schemeClr val="tx1"/>
            </a:solidFill>
            <a:prstDash val="dash"/>
            <a:headEnd w="lg" len="lg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28056838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D1027-D16B-9091-E38B-76C0E21D8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1820526" cy="510823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2800" b="1" dirty="0">
                <a:solidFill>
                  <a:srgbClr val="000000"/>
                </a:solidFill>
                <a:latin typeface="Raleway SemiBold"/>
                <a:cs typeface="Calibri"/>
              </a:rPr>
              <a:t>Summary - Peptide design capabilities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37AB5EA-299A-3E91-5739-68290B761D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716058-D27E-424A-8609-64EA3BA6CA0F}" type="slidenum">
              <a:rPr lang="en-GB" smtClean="0"/>
              <a:pPr/>
              <a:t>3</a:t>
            </a:fld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DCBAF6-052C-EE4B-3713-726DE69DF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215" y="469740"/>
            <a:ext cx="10656695" cy="616815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D88C013-B417-4E8E-BE5B-BAE5C67E4249}"/>
              </a:ext>
            </a:extLst>
          </p:cNvPr>
          <p:cNvSpPr txBox="1"/>
          <p:nvPr/>
        </p:nvSpPr>
        <p:spPr>
          <a:xfrm>
            <a:off x="5534407" y="6634004"/>
            <a:ext cx="13543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  <a:endParaRPr lang="en-US" sz="11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8370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9B4CAE-09D8-78A3-E4F2-25168F6B8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716058-D27E-424A-8609-64EA3BA6CA0F}" type="slidenum">
              <a:rPr lang="en-GB" smtClean="0"/>
              <a:pPr/>
              <a:t>4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392E38-0488-2E8F-CC2D-86C2B6B29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3181352"/>
              </p:ext>
            </p:extLst>
          </p:nvPr>
        </p:nvGraphicFramePr>
        <p:xfrm>
          <a:off x="1144553" y="938374"/>
          <a:ext cx="9064692" cy="4751499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799506">
                  <a:extLst>
                    <a:ext uri="{9D8B030D-6E8A-4147-A177-3AD203B41FA5}">
                      <a16:colId xmlns:a16="http://schemas.microsoft.com/office/drawing/2014/main" val="483104842"/>
                    </a:ext>
                  </a:extLst>
                </a:gridCol>
                <a:gridCol w="2911358">
                  <a:extLst>
                    <a:ext uri="{9D8B030D-6E8A-4147-A177-3AD203B41FA5}">
                      <a16:colId xmlns:a16="http://schemas.microsoft.com/office/drawing/2014/main" val="1358193163"/>
                    </a:ext>
                  </a:extLst>
                </a:gridCol>
                <a:gridCol w="4108339">
                  <a:extLst>
                    <a:ext uri="{9D8B030D-6E8A-4147-A177-3AD203B41FA5}">
                      <a16:colId xmlns:a16="http://schemas.microsoft.com/office/drawing/2014/main" val="1589784743"/>
                    </a:ext>
                  </a:extLst>
                </a:gridCol>
                <a:gridCol w="1245489">
                  <a:extLst>
                    <a:ext uri="{9D8B030D-6E8A-4147-A177-3AD203B41FA5}">
                      <a16:colId xmlns:a16="http://schemas.microsoft.com/office/drawing/2014/main" val="1501552714"/>
                    </a:ext>
                  </a:extLst>
                </a:gridCol>
              </a:tblGrid>
              <a:tr h="5805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S. No.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Proposal Stage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Target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Week wise Timeline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2141212455"/>
                  </a:ext>
                </a:extLst>
              </a:tr>
              <a:tr h="5805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  <a:latin typeface="+mn-lt"/>
                        </a:rPr>
                        <a:t>1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Objective 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Identify a peptide that shows analogue performance to the chemical molecule of US 11566206 B2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-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1856511635"/>
                  </a:ext>
                </a:extLst>
              </a:tr>
              <a:tr h="3857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  <a:latin typeface="+mn-lt"/>
                        </a:rPr>
                        <a:t>2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Understanding Mechanism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Binding of the patent molecule with Fe</a:t>
                      </a:r>
                      <a:r>
                        <a:rPr lang="en-US" sz="1200" baseline="30000" dirty="0">
                          <a:effectLst/>
                          <a:latin typeface="+mn-lt"/>
                        </a:rPr>
                        <a:t>3+</a:t>
                      </a:r>
                      <a:r>
                        <a:rPr lang="en-US" sz="1200" dirty="0">
                          <a:effectLst/>
                          <a:latin typeface="+mn-lt"/>
                        </a:rPr>
                        <a:t> along with the conformational and interaction profile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1-3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2331023704"/>
                  </a:ext>
                </a:extLst>
              </a:tr>
              <a:tr h="4134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  <a:latin typeface="+mn-lt"/>
                        </a:rPr>
                        <a:t>3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Peptide Design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Traditional and AI/ML approaches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Possibility of introducing non-standard amino acids*)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3-4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766887567"/>
                  </a:ext>
                </a:extLst>
              </a:tr>
              <a:tr h="4134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4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Solubility Prediction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Sequence based &amp; ML based methods to predict the solubility of  the designed peptides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4-5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961561779"/>
                  </a:ext>
                </a:extLst>
              </a:tr>
              <a:tr h="5847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5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Molecular Docking 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Prediction and mimicking the interface for Fe</a:t>
                      </a:r>
                      <a:r>
                        <a:rPr lang="en-US" sz="1200" baseline="30000" dirty="0">
                          <a:effectLst/>
                          <a:latin typeface="+mn-lt"/>
                        </a:rPr>
                        <a:t>3+</a:t>
                      </a:r>
                      <a:r>
                        <a:rPr lang="en-US" sz="1200" dirty="0">
                          <a:effectLst/>
                          <a:latin typeface="+mn-lt"/>
                        </a:rPr>
                        <a:t> binding followed by Docking of the soluble </a:t>
                      </a:r>
                      <a:r>
                        <a:rPr lang="en-US" sz="1200" kern="1200" dirty="0">
                          <a:effectLst/>
                          <a:latin typeface="+mn-lt"/>
                        </a:rPr>
                        <a:t>peptides</a:t>
                      </a:r>
                      <a:r>
                        <a:rPr lang="en-US" sz="1200" dirty="0">
                          <a:effectLst/>
                          <a:latin typeface="+mn-lt"/>
                        </a:rPr>
                        <a:t> with binding site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5-6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623349834"/>
                  </a:ext>
                </a:extLst>
              </a:tr>
              <a:tr h="5805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6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Molecular Dynamics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MD simulation of peptides with Fe</a:t>
                      </a:r>
                      <a:r>
                        <a:rPr lang="en-US" sz="1200" baseline="30000" dirty="0">
                          <a:effectLst/>
                          <a:latin typeface="+mn-lt"/>
                        </a:rPr>
                        <a:t>3+  </a:t>
                      </a:r>
                      <a:r>
                        <a:rPr lang="en-US" sz="1200" baseline="0" dirty="0">
                          <a:effectLst/>
                          <a:latin typeface="+mn-lt"/>
                        </a:rPr>
                        <a:t>to understand the stability </a:t>
                      </a:r>
                      <a:endParaRPr lang="en-US" sz="1200" baseline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6-10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3312173235"/>
                  </a:ext>
                </a:extLst>
              </a:tr>
              <a:tr h="5805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7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Peptide properties prediction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Calculating peptide properties such as hydrophobicity, </a:t>
                      </a:r>
                      <a:r>
                        <a:rPr lang="en-US" sz="1200" kern="12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pka</a:t>
                      </a:r>
                      <a:r>
                        <a:rPr lang="en-US" sz="1200" kern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 others 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10-12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3657525211"/>
                  </a:ext>
                </a:extLst>
              </a:tr>
              <a:tr h="5805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Iteration 1 (30 Peptides)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Deliver 30 prioritized (top-ranked) peptides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12-14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298705190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DF585C01-AFAA-3026-B20C-C47B6DFE6FA2}"/>
              </a:ext>
            </a:extLst>
          </p:cNvPr>
          <p:cNvSpPr txBox="1">
            <a:spLocks/>
          </p:cNvSpPr>
          <p:nvPr/>
        </p:nvSpPr>
        <p:spPr>
          <a:xfrm>
            <a:off x="0" y="259442"/>
            <a:ext cx="11353798" cy="5108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00000"/>
                </a:solidFill>
                <a:latin typeface="Raleway SemiBold"/>
                <a:cs typeface="Calibri"/>
              </a:rPr>
              <a:t>Peptide Design Proposed Timeline – Proposal 1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28FE1-5870-F9FF-00F0-1FD1DC95AB81}"/>
              </a:ext>
            </a:extLst>
          </p:cNvPr>
          <p:cNvSpPr txBox="1"/>
          <p:nvPr/>
        </p:nvSpPr>
        <p:spPr>
          <a:xfrm>
            <a:off x="1225420" y="6087735"/>
            <a:ext cx="83664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Can we consider having non-standard amino acids in the peptide sequences?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777FF8-7DD3-2307-2BF5-FC823697CBE8}"/>
              </a:ext>
            </a:extLst>
          </p:cNvPr>
          <p:cNvSpPr txBox="1"/>
          <p:nvPr/>
        </p:nvSpPr>
        <p:spPr>
          <a:xfrm>
            <a:off x="5534407" y="6634004"/>
            <a:ext cx="13543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664389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A9B4CAE-09D8-78A3-E4F2-25168F6B86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716058-D27E-424A-8609-64EA3BA6CA0F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A392E38-0488-2E8F-CC2D-86C2B6B294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597610"/>
              </p:ext>
            </p:extLst>
          </p:nvPr>
        </p:nvGraphicFramePr>
        <p:xfrm>
          <a:off x="1144553" y="938374"/>
          <a:ext cx="9064692" cy="4731491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799506">
                  <a:extLst>
                    <a:ext uri="{9D8B030D-6E8A-4147-A177-3AD203B41FA5}">
                      <a16:colId xmlns:a16="http://schemas.microsoft.com/office/drawing/2014/main" val="483104842"/>
                    </a:ext>
                  </a:extLst>
                </a:gridCol>
                <a:gridCol w="2911358">
                  <a:extLst>
                    <a:ext uri="{9D8B030D-6E8A-4147-A177-3AD203B41FA5}">
                      <a16:colId xmlns:a16="http://schemas.microsoft.com/office/drawing/2014/main" val="1358193163"/>
                    </a:ext>
                  </a:extLst>
                </a:gridCol>
                <a:gridCol w="4108339">
                  <a:extLst>
                    <a:ext uri="{9D8B030D-6E8A-4147-A177-3AD203B41FA5}">
                      <a16:colId xmlns:a16="http://schemas.microsoft.com/office/drawing/2014/main" val="1589784743"/>
                    </a:ext>
                  </a:extLst>
                </a:gridCol>
                <a:gridCol w="1245489">
                  <a:extLst>
                    <a:ext uri="{9D8B030D-6E8A-4147-A177-3AD203B41FA5}">
                      <a16:colId xmlns:a16="http://schemas.microsoft.com/office/drawing/2014/main" val="1501552714"/>
                    </a:ext>
                  </a:extLst>
                </a:gridCol>
              </a:tblGrid>
              <a:tr h="5805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S. No.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Proposal Stage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Target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Week wise Timeline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2141212455"/>
                  </a:ext>
                </a:extLst>
              </a:tr>
              <a:tr h="5805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  <a:latin typeface="+mn-lt"/>
                        </a:rPr>
                        <a:t>1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Objective 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Understand the data from the washing trails of 30 peptides shared by </a:t>
                      </a:r>
                      <a:r>
                        <a:rPr lang="en-US" sz="1200" dirty="0" err="1">
                          <a:effectLst/>
                          <a:latin typeface="+mn-lt"/>
                        </a:rPr>
                        <a:t>Aurigene</a:t>
                      </a:r>
                      <a:r>
                        <a:rPr lang="en-US" sz="1200" dirty="0">
                          <a:effectLst/>
                          <a:latin typeface="+mn-lt"/>
                        </a:rPr>
                        <a:t> in Phase 1 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-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1856511635"/>
                  </a:ext>
                </a:extLst>
              </a:tr>
              <a:tr h="3857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  <a:latin typeface="+mn-lt"/>
                        </a:rPr>
                        <a:t>2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Understanding Mechanism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Comparative studies of 30 peptides and </a:t>
                      </a:r>
                      <a:r>
                        <a:rPr lang="en-US" sz="1200" dirty="0">
                          <a:effectLst/>
                          <a:latin typeface="+mn-lt"/>
                        </a:rPr>
                        <a:t>Fe</a:t>
                      </a:r>
                      <a:r>
                        <a:rPr lang="en-US" sz="1200" baseline="30000" dirty="0">
                          <a:effectLst/>
                          <a:latin typeface="+mn-lt"/>
                        </a:rPr>
                        <a:t>3+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1-3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2331023704"/>
                  </a:ext>
                </a:extLst>
              </a:tr>
              <a:tr h="4134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  <a:latin typeface="+mn-lt"/>
                        </a:rPr>
                        <a:t>3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Peptide Design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Traditional and AI/ML approaches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Possibility of introducing non-standard amino acids*)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3-4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766887567"/>
                  </a:ext>
                </a:extLst>
              </a:tr>
              <a:tr h="4134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4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Solubility Prediction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Sequence based &amp; ML based methods to predict the solubility of  the designed peptides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4-5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961561779"/>
                  </a:ext>
                </a:extLst>
              </a:tr>
              <a:tr h="58473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5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Molecular Docking 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Prediction and mimicking the interface for Fe</a:t>
                      </a:r>
                      <a:r>
                        <a:rPr lang="en-US" sz="1200" baseline="30000" dirty="0">
                          <a:effectLst/>
                          <a:latin typeface="+mn-lt"/>
                        </a:rPr>
                        <a:t>3+</a:t>
                      </a:r>
                      <a:r>
                        <a:rPr lang="en-US" sz="1200" dirty="0">
                          <a:effectLst/>
                          <a:latin typeface="+mn-lt"/>
                        </a:rPr>
                        <a:t> binding followed by Docking of the soluble </a:t>
                      </a:r>
                      <a:r>
                        <a:rPr lang="en-US" sz="1200" kern="1200" dirty="0">
                          <a:effectLst/>
                          <a:latin typeface="+mn-lt"/>
                        </a:rPr>
                        <a:t>peptides</a:t>
                      </a:r>
                      <a:r>
                        <a:rPr lang="en-US" sz="1200" dirty="0">
                          <a:effectLst/>
                          <a:latin typeface="+mn-lt"/>
                        </a:rPr>
                        <a:t> with binding site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5-6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623349834"/>
                  </a:ext>
                </a:extLst>
              </a:tr>
              <a:tr h="5805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6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Molecular Dynamics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MD simulation of peptides with Fe</a:t>
                      </a:r>
                      <a:r>
                        <a:rPr lang="en-US" sz="1200" baseline="30000" dirty="0">
                          <a:effectLst/>
                          <a:latin typeface="+mn-lt"/>
                        </a:rPr>
                        <a:t>3+  </a:t>
                      </a:r>
                      <a:r>
                        <a:rPr lang="en-US" sz="1200" baseline="0" dirty="0">
                          <a:effectLst/>
                          <a:latin typeface="+mn-lt"/>
                        </a:rPr>
                        <a:t>to understand the stability </a:t>
                      </a:r>
                      <a:endParaRPr lang="en-US" sz="1200" baseline="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6-10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3312173235"/>
                  </a:ext>
                </a:extLst>
              </a:tr>
              <a:tr h="5805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7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Peptide properties prediction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Calculating peptide properties such as hydrophobicity, </a:t>
                      </a:r>
                      <a:r>
                        <a:rPr lang="en-US" sz="1200" kern="1200" dirty="0" err="1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pka</a:t>
                      </a:r>
                      <a:r>
                        <a:rPr lang="en-US" sz="1200" kern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and others 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10-12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3657525211"/>
                  </a:ext>
                </a:extLst>
              </a:tr>
              <a:tr h="5805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Iteration 1 (30 Peptides)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>
                          <a:effectLst/>
                          <a:latin typeface="+mn-lt"/>
                        </a:rPr>
                        <a:t>Deliver 30 </a:t>
                      </a:r>
                      <a:r>
                        <a:rPr lang="en-US" sz="1200" kern="1200" dirty="0">
                          <a:effectLst/>
                          <a:latin typeface="+mn-lt"/>
                        </a:rPr>
                        <a:t>prioritized (top-ranked) peptides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+mn-lt"/>
                        </a:rPr>
                        <a:t>12-14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2987051901"/>
                  </a:ext>
                </a:extLst>
              </a:tr>
            </a:tbl>
          </a:graphicData>
        </a:graphic>
      </p:graphicFrame>
      <p:sp>
        <p:nvSpPr>
          <p:cNvPr id="5" name="Title 1">
            <a:extLst>
              <a:ext uri="{FF2B5EF4-FFF2-40B4-BE49-F238E27FC236}">
                <a16:creationId xmlns:a16="http://schemas.microsoft.com/office/drawing/2014/main" id="{DF585C01-AFAA-3026-B20C-C47B6DFE6FA2}"/>
              </a:ext>
            </a:extLst>
          </p:cNvPr>
          <p:cNvSpPr txBox="1">
            <a:spLocks/>
          </p:cNvSpPr>
          <p:nvPr/>
        </p:nvSpPr>
        <p:spPr>
          <a:xfrm>
            <a:off x="0" y="259442"/>
            <a:ext cx="11353798" cy="51082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3000" b="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b="1" dirty="0">
                <a:solidFill>
                  <a:srgbClr val="000000"/>
                </a:solidFill>
                <a:latin typeface="Raleway SemiBold"/>
                <a:cs typeface="Calibri"/>
              </a:rPr>
              <a:t>Peptide Design Proposed Timeline – Proposal 2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728FE1-5870-F9FF-00F0-1FD1DC95AB81}"/>
              </a:ext>
            </a:extLst>
          </p:cNvPr>
          <p:cNvSpPr txBox="1"/>
          <p:nvPr/>
        </p:nvSpPr>
        <p:spPr>
          <a:xfrm>
            <a:off x="1225420" y="6087735"/>
            <a:ext cx="836644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 Can we consider having non-standard amino acids in the peptide sequences?</a:t>
            </a:r>
            <a:endParaRPr 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3777FF8-7DD3-2307-2BF5-FC823697CBE8}"/>
              </a:ext>
            </a:extLst>
          </p:cNvPr>
          <p:cNvSpPr txBox="1"/>
          <p:nvPr/>
        </p:nvSpPr>
        <p:spPr>
          <a:xfrm>
            <a:off x="5534407" y="6634004"/>
            <a:ext cx="135439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Confidential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100020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3007664-8F55-F1C0-B3F0-6097C960D1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61716058-D27E-424A-8609-64EA3BA6CA0F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74EEA53-F78A-C516-FDE3-ECE001D1E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34018"/>
              </p:ext>
            </p:extLst>
          </p:nvPr>
        </p:nvGraphicFramePr>
        <p:xfrm>
          <a:off x="1144553" y="938374"/>
          <a:ext cx="9064692" cy="4758226"/>
        </p:xfrm>
        <a:graphic>
          <a:graphicData uri="http://schemas.openxmlformats.org/drawingml/2006/table">
            <a:tbl>
              <a:tblPr firstRow="1" firstCol="1" bandRow="1">
                <a:tableStyleId>{0E3FDE45-AF77-4B5C-9715-49D594BDF05E}</a:tableStyleId>
              </a:tblPr>
              <a:tblGrid>
                <a:gridCol w="799506">
                  <a:extLst>
                    <a:ext uri="{9D8B030D-6E8A-4147-A177-3AD203B41FA5}">
                      <a16:colId xmlns:a16="http://schemas.microsoft.com/office/drawing/2014/main" val="483104842"/>
                    </a:ext>
                  </a:extLst>
                </a:gridCol>
                <a:gridCol w="2911358">
                  <a:extLst>
                    <a:ext uri="{9D8B030D-6E8A-4147-A177-3AD203B41FA5}">
                      <a16:colId xmlns:a16="http://schemas.microsoft.com/office/drawing/2014/main" val="1358193163"/>
                    </a:ext>
                  </a:extLst>
                </a:gridCol>
                <a:gridCol w="4108339">
                  <a:extLst>
                    <a:ext uri="{9D8B030D-6E8A-4147-A177-3AD203B41FA5}">
                      <a16:colId xmlns:a16="http://schemas.microsoft.com/office/drawing/2014/main" val="1589784743"/>
                    </a:ext>
                  </a:extLst>
                </a:gridCol>
                <a:gridCol w="1245489">
                  <a:extLst>
                    <a:ext uri="{9D8B030D-6E8A-4147-A177-3AD203B41FA5}">
                      <a16:colId xmlns:a16="http://schemas.microsoft.com/office/drawing/2014/main" val="1501552714"/>
                    </a:ext>
                  </a:extLst>
                </a:gridCol>
              </a:tblGrid>
              <a:tr h="5805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S. No.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Proposal Stage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Target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Week wise Timeline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2141212455"/>
                  </a:ext>
                </a:extLst>
              </a:tr>
              <a:tr h="5805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  <a:latin typeface="+mn-lt"/>
                        </a:rPr>
                        <a:t>1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Phase 1 Data Analysis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Analysis of washing performance, solubility, and experimental feedback from 30 peptides to identify key sequence-performance relationships and optimization opportunities.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200" kern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-2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1856511635"/>
                  </a:ext>
                </a:extLst>
              </a:tr>
              <a:tr h="3857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  <a:latin typeface="+mn-lt"/>
                        </a:rPr>
                        <a:t>2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Lead Selection &amp; Design Strategy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1200" dirty="0">
                        <a:effectLst/>
                        <a:latin typeface="+mn-lt"/>
                      </a:endParaRP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Selection of lead peptides (Aur_21 and Aur_24) and definition of optimization hypotheses for improving Fe³⁺ chelation, solubility, and washing efficacy.</a:t>
                      </a: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2-4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2331023704"/>
                  </a:ext>
                </a:extLst>
              </a:tr>
              <a:tr h="4134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effectLst/>
                          <a:latin typeface="+mn-lt"/>
                        </a:rPr>
                        <a:t>3</a:t>
                      </a:r>
                      <a:endParaRPr lang="en-US" sz="12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AI/CADD-Guided Peptide Optimization</a:t>
                      </a: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Design of peptide variants using SAR insights, AI/ML models, sequence engineering, and rational incorporation of amino acid substitutions.</a:t>
                      </a: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4-6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766887567"/>
                  </a:ext>
                </a:extLst>
              </a:tr>
              <a:tr h="41342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effectLst/>
                          <a:latin typeface="+mn-lt"/>
                        </a:rPr>
                        <a:t>4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Fe³⁺-Binding Modeling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Modeling peptide-Fe³⁺-colorant interactions and docking studies to evaluate binding modes, coordination geometry, and selectivity.</a:t>
                      </a: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lang="en-US" sz="1200" kern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-10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961561779"/>
                  </a:ext>
                </a:extLst>
              </a:tr>
              <a:tr h="58056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kern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Molecular Dynamics</a:t>
                      </a: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MD simulations of lead and optimized variants to assess binding stability, conformational behavior, and key interaction networks.</a:t>
                      </a: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10-12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33121732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sz="12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 defTabSz="914400" rtl="0" eaLnBrk="1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Peptide Property Prediction &amp; Prioritization (30 peptides)</a:t>
                      </a: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Assessment of solubility, hydrophobicity, aggregation propensity, </a:t>
                      </a:r>
                      <a:r>
                        <a:rPr lang="en-US" sz="120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pKa</a:t>
                      </a:r>
                      <a:r>
                        <a:rPr lang="en-US" sz="12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stability, and manufacturability. Selection of top candidates for synthesis.</a:t>
                      </a:r>
                    </a:p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751" marR="66751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1</a:t>
                      </a:r>
                      <a:r>
                        <a:rPr lang="en-US" sz="1200" dirty="0">
                          <a:effectLst/>
                          <a:latin typeface="+mn-lt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2-14</a:t>
                      </a:r>
                    </a:p>
                  </a:txBody>
                  <a:tcPr marL="66751" marR="66751" marT="0" marB="0"/>
                </a:tc>
                <a:extLst>
                  <a:ext uri="{0D108BD9-81ED-4DB2-BD59-A6C34878D82A}">
                    <a16:rowId xmlns:a16="http://schemas.microsoft.com/office/drawing/2014/main" val="2987051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316979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AURIGENE - CORE" val="v7bKNWJi"/>
  <p:tag name="ARTICULATE_DESIGN_ID_AURIGENE BLUE" val="puGseQ1s"/>
  <p:tag name="ARTICULATE_DESIGN_ID_AURIGENE YELLOW" val="y8AxXp3a"/>
  <p:tag name="ARTICULATE_DESIGN_ID_DESIGN SHARE" val="X4uW0WCx"/>
  <p:tag name="ARTICULATE_DESIGN_ID_1_AURIGENE BLUE" val="8SnDI3z0"/>
  <p:tag name="ARTICULATE_DESIGN_ID_AURIGENE TEAL" val="2Jzs6dfC"/>
  <p:tag name="ARTICULATE_PROJECT_OPEN" val="0"/>
  <p:tag name="ARTICULATE_SLIDE_COUNT" val="4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Aurigene - Core">
  <a:themeElements>
    <a:clrScheme name="Aurigene">
      <a:dk1>
        <a:sysClr val="windowText" lastClr="000000"/>
      </a:dk1>
      <a:lt1>
        <a:sysClr val="window" lastClr="FFFFFF"/>
      </a:lt1>
      <a:dk2>
        <a:srgbClr val="041447"/>
      </a:dk2>
      <a:lt2>
        <a:srgbClr val="F7F7F7"/>
      </a:lt2>
      <a:accent1>
        <a:srgbClr val="1F3FB7"/>
      </a:accent1>
      <a:accent2>
        <a:srgbClr val="4CAAAD"/>
      </a:accent2>
      <a:accent3>
        <a:srgbClr val="F7EB4F"/>
      </a:accent3>
      <a:accent4>
        <a:srgbClr val="041447"/>
      </a:accent4>
      <a:accent5>
        <a:srgbClr val="F58A0B"/>
      </a:accent5>
      <a:accent6>
        <a:srgbClr val="F7380E"/>
      </a:accent6>
      <a:hlink>
        <a:srgbClr val="4CAAAD"/>
      </a:hlink>
      <a:folHlink>
        <a:srgbClr val="F58A0B"/>
      </a:folHlink>
    </a:clrScheme>
    <a:fontScheme name="Aurigene">
      <a:majorFont>
        <a:latin typeface="Raleway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lnSpc>
            <a:spcPct val="105000"/>
          </a:lnSpc>
          <a:spcBef>
            <a:spcPts val="600"/>
          </a:spcBef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Aurigene_Template_v4.pptx" id="{402177AB-2A20-4977-8F5C-722D8638FD7F}" vid="{6731BF63-BD15-42A8-9221-E7BF627D3745}"/>
    </a:ext>
  </a:extLst>
</a:theme>
</file>

<file path=ppt/theme/theme2.xml><?xml version="1.0" encoding="utf-8"?>
<a:theme xmlns:a="http://schemas.openxmlformats.org/drawingml/2006/main" name="1_Aurigene - Core">
  <a:themeElements>
    <a:clrScheme name="Aurigene">
      <a:dk1>
        <a:sysClr val="windowText" lastClr="000000"/>
      </a:dk1>
      <a:lt1>
        <a:sysClr val="window" lastClr="FFFFFF"/>
      </a:lt1>
      <a:dk2>
        <a:srgbClr val="041447"/>
      </a:dk2>
      <a:lt2>
        <a:srgbClr val="F7F7F7"/>
      </a:lt2>
      <a:accent1>
        <a:srgbClr val="1F3FB7"/>
      </a:accent1>
      <a:accent2>
        <a:srgbClr val="4CAAAD"/>
      </a:accent2>
      <a:accent3>
        <a:srgbClr val="F7EB4F"/>
      </a:accent3>
      <a:accent4>
        <a:srgbClr val="041447"/>
      </a:accent4>
      <a:accent5>
        <a:srgbClr val="F58A0B"/>
      </a:accent5>
      <a:accent6>
        <a:srgbClr val="F7380E"/>
      </a:accent6>
      <a:hlink>
        <a:srgbClr val="4CAAAD"/>
      </a:hlink>
      <a:folHlink>
        <a:srgbClr val="F58A0B"/>
      </a:folHlink>
    </a:clrScheme>
    <a:fontScheme name="Aurigene">
      <a:majorFont>
        <a:latin typeface="Raleway SemiBold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noAutofit/>
      </a:bodyPr>
      <a:lstStyle>
        <a:defPPr algn="l">
          <a:lnSpc>
            <a:spcPct val="105000"/>
          </a:lnSpc>
          <a:spcBef>
            <a:spcPts val="600"/>
          </a:spcBef>
          <a:defRPr sz="12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203151AFA249B409411D2EE7B6D3581" ma:contentTypeVersion="4" ma:contentTypeDescription="Create a new document." ma:contentTypeScope="" ma:versionID="e98b14e18bbc4e3a2bfe08552fe236a1">
  <xsd:schema xmlns:xsd="http://www.w3.org/2001/XMLSchema" xmlns:xs="http://www.w3.org/2001/XMLSchema" xmlns:p="http://schemas.microsoft.com/office/2006/metadata/properties" xmlns:ns2="807edba1-49f0-46d2-8b8e-40ea9ea196cd" targetNamespace="http://schemas.microsoft.com/office/2006/metadata/properties" ma:root="true" ma:fieldsID="7b35626794812280e971a099df068036" ns2:_="">
    <xsd:import namespace="807edba1-49f0-46d2-8b8e-40ea9ea196c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7edba1-49f0-46d2-8b8e-40ea9ea196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F2A1D27-DAC0-4937-B6B5-7D98D260F4A7}">
  <ds:schemaRefs>
    <ds:schemaRef ds:uri="807edba1-49f0-46d2-8b8e-40ea9ea196c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132DC67-376F-4C31-B203-87C1F517AB3D}">
  <ds:schemaRefs>
    <ds:schemaRef ds:uri="http://www.w3.org/XML/1998/namespace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807edba1-49f0-46d2-8b8e-40ea9ea196cd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8603ACB4-91F3-468B-BB04-5927E95C12A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Aurigene_New Template</Template>
  <TotalTime>1253</TotalTime>
  <Words>658</Words>
  <Application>Microsoft Office PowerPoint</Application>
  <PresentationFormat>Widescreen</PresentationFormat>
  <Paragraphs>132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Avenir Next LT Pro Demi</vt:lpstr>
      <vt:lpstr>Helvetica Neue</vt:lpstr>
      <vt:lpstr>Calibri</vt:lpstr>
      <vt:lpstr>Avenir Next LT Pro</vt:lpstr>
      <vt:lpstr>Aptos</vt:lpstr>
      <vt:lpstr>Raleway SemiBold</vt:lpstr>
      <vt:lpstr>Aurigene - Core</vt:lpstr>
      <vt:lpstr>1_Aurigene - Core</vt:lpstr>
      <vt:lpstr>Aurigene x Henkel Peptide Design Proposal</vt:lpstr>
      <vt:lpstr>Peptide Design - Identify a peptide that shows analogue performance to the chemical molecule of US 11566206 B2</vt:lpstr>
      <vt:lpstr>Summary - Peptide design capabilities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Aurigene-BPG Bio Collaboration Governance Meeting  07th June 2023</dc:title>
  <dc:creator>Shilpakala .</dc:creator>
  <cp:lastModifiedBy>Thiliban Manivarma</cp:lastModifiedBy>
  <cp:revision>107</cp:revision>
  <dcterms:created xsi:type="dcterms:W3CDTF">2024-10-20T13:44:43Z</dcterms:created>
  <dcterms:modified xsi:type="dcterms:W3CDTF">2026-09-30T09:02:01Z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DB2B0EF8-04EE-4636-8C98-1F8939F73734</vt:lpwstr>
  </property>
  <property fmtid="{D5CDD505-2E9C-101B-9397-08002B2CF9AE}" pid="3" name="ArticulatePath">
    <vt:lpwstr>Aurigene_Presentation_v2_RP</vt:lpwstr>
  </property>
  <property fmtid="{D5CDD505-2E9C-101B-9397-08002B2CF9AE}" pid="4" name="ContentTypeId">
    <vt:lpwstr>0x0101005203151AFA249B409411D2EE7B6D3581</vt:lpwstr>
  </property>
</Properties>
</file>