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16"/>
  </p:notesMasterIdLst>
  <p:handoutMasterIdLst>
    <p:handoutMasterId r:id="rId17"/>
  </p:handoutMasterIdLst>
  <p:sldIdLst>
    <p:sldId id="265" r:id="rId6"/>
    <p:sldId id="6658" r:id="rId7"/>
    <p:sldId id="2147476687" r:id="rId8"/>
    <p:sldId id="2147476694" r:id="rId9"/>
    <p:sldId id="2147476688" r:id="rId10"/>
    <p:sldId id="2147476689" r:id="rId11"/>
    <p:sldId id="2147476690" r:id="rId12"/>
    <p:sldId id="2147476691" r:id="rId13"/>
    <p:sldId id="2147476692" r:id="rId14"/>
    <p:sldId id="2147476693" r:id="rId15"/>
  </p:sldIdLst>
  <p:sldSz cx="9144000" cy="5145088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0BD70-BC3E-4340-A382-FFE888E773BB}" v="9" dt="2026-09-24T12:13:49.060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55" autoAdjust="0"/>
    <p:restoredTop sz="68012" autoAdjust="0"/>
  </p:normalViewPr>
  <p:slideViewPr>
    <p:cSldViewPr snapToGrid="0" showGuides="1">
      <p:cViewPr varScale="1">
        <p:scale>
          <a:sx n="87" d="100"/>
          <a:sy n="87" d="100"/>
        </p:scale>
        <p:origin x="83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Falkenberg" userId="089a1601-7f41-4924-a633-229f3c4d08ed" providerId="ADAL" clId="{D03D44B6-DFF4-4003-9947-92A71FAA7D5C}"/>
    <pc:docChg chg="undo custSel addSld delSld modSld sldOrd addSection delSection modSection">
      <pc:chgData name="Fabian Falkenberg" userId="089a1601-7f41-4924-a633-229f3c4d08ed" providerId="ADAL" clId="{D03D44B6-DFF4-4003-9947-92A71FAA7D5C}" dt="2026-09-24T12:14:11.696" v="17293" actId="47"/>
      <pc:docMkLst>
        <pc:docMk/>
      </pc:docMkLst>
      <pc:sldChg chg="del">
        <pc:chgData name="Fabian Falkenberg" userId="089a1601-7f41-4924-a633-229f3c4d08ed" providerId="ADAL" clId="{D03D44B6-DFF4-4003-9947-92A71FAA7D5C}" dt="2026-09-24T09:31:29.256" v="16914" actId="47"/>
        <pc:sldMkLst>
          <pc:docMk/>
          <pc:sldMk cId="1699829256" sldId="256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111757757" sldId="257"/>
        </pc:sldMkLst>
      </pc:sldChg>
      <pc:sldChg chg="del">
        <pc:chgData name="Fabian Falkenberg" userId="089a1601-7f41-4924-a633-229f3c4d08ed" providerId="ADAL" clId="{D03D44B6-DFF4-4003-9947-92A71FAA7D5C}" dt="2026-09-24T09:31:38.880" v="16915" actId="47"/>
        <pc:sldMkLst>
          <pc:docMk/>
          <pc:sldMk cId="1915681379" sldId="258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287598291" sldId="259"/>
        </pc:sldMkLst>
      </pc:sldChg>
      <pc:sldChg chg="del">
        <pc:chgData name="Fabian Falkenberg" userId="089a1601-7f41-4924-a633-229f3c4d08ed" providerId="ADAL" clId="{D03D44B6-DFF4-4003-9947-92A71FAA7D5C}" dt="2026-09-24T09:31:38.880" v="16915" actId="47"/>
        <pc:sldMkLst>
          <pc:docMk/>
          <pc:sldMk cId="2775457453" sldId="260"/>
        </pc:sldMkLst>
      </pc:sldChg>
      <pc:sldChg chg="del">
        <pc:chgData name="Fabian Falkenberg" userId="089a1601-7f41-4924-a633-229f3c4d08ed" providerId="ADAL" clId="{D03D44B6-DFF4-4003-9947-92A71FAA7D5C}" dt="2026-09-24T09:35:52.785" v="16916" actId="47"/>
        <pc:sldMkLst>
          <pc:docMk/>
          <pc:sldMk cId="2303194859" sldId="262"/>
        </pc:sldMkLst>
      </pc:sldChg>
      <pc:sldChg chg="modSp mod">
        <pc:chgData name="Fabian Falkenberg" userId="089a1601-7f41-4924-a633-229f3c4d08ed" providerId="ADAL" clId="{D03D44B6-DFF4-4003-9947-92A71FAA7D5C}" dt="2026-09-24T09:31:15.342" v="16913" actId="20577"/>
        <pc:sldMkLst>
          <pc:docMk/>
          <pc:sldMk cId="1111973537" sldId="265"/>
        </pc:sldMkLst>
        <pc:spChg chg="mod">
          <ac:chgData name="Fabian Falkenberg" userId="089a1601-7f41-4924-a633-229f3c4d08ed" providerId="ADAL" clId="{D03D44B6-DFF4-4003-9947-92A71FAA7D5C}" dt="2026-09-24T09:31:15.342" v="16913" actId="20577"/>
          <ac:spMkLst>
            <pc:docMk/>
            <pc:sldMk cId="1111973537" sldId="265"/>
            <ac:spMk id="3" creationId="{F0404AFB-E9AF-F0AF-786C-54F6B61EED39}"/>
          </ac:spMkLst>
        </pc:spChg>
      </pc:sldChg>
      <pc:sldChg chg="del">
        <pc:chgData name="Fabian Falkenberg" userId="089a1601-7f41-4924-a633-229f3c4d08ed" providerId="ADAL" clId="{D03D44B6-DFF4-4003-9947-92A71FAA7D5C}" dt="2026-09-24T09:31:38.880" v="16915" actId="47"/>
        <pc:sldMkLst>
          <pc:docMk/>
          <pc:sldMk cId="3505052537" sldId="273"/>
        </pc:sldMkLst>
      </pc:sldChg>
      <pc:sldChg chg="del">
        <pc:chgData name="Fabian Falkenberg" userId="089a1601-7f41-4924-a633-229f3c4d08ed" providerId="ADAL" clId="{D03D44B6-DFF4-4003-9947-92A71FAA7D5C}" dt="2026-09-24T09:31:29.256" v="16914" actId="47"/>
        <pc:sldMkLst>
          <pc:docMk/>
          <pc:sldMk cId="3293052161" sldId="284"/>
        </pc:sldMkLst>
      </pc:sldChg>
      <pc:sldChg chg="del">
        <pc:chgData name="Fabian Falkenberg" userId="089a1601-7f41-4924-a633-229f3c4d08ed" providerId="ADAL" clId="{D03D44B6-DFF4-4003-9947-92A71FAA7D5C}" dt="2026-09-24T09:35:57.710" v="16920" actId="47"/>
        <pc:sldMkLst>
          <pc:docMk/>
          <pc:sldMk cId="3975275020" sldId="285"/>
        </pc:sldMkLst>
      </pc:sldChg>
      <pc:sldChg chg="del">
        <pc:chgData name="Fabian Falkenberg" userId="089a1601-7f41-4924-a633-229f3c4d08ed" providerId="ADAL" clId="{D03D44B6-DFF4-4003-9947-92A71FAA7D5C}" dt="2026-09-24T09:35:54.575" v="16918" actId="47"/>
        <pc:sldMkLst>
          <pc:docMk/>
          <pc:sldMk cId="1880138043" sldId="289"/>
        </pc:sldMkLst>
      </pc:sldChg>
      <pc:sldChg chg="del">
        <pc:chgData name="Fabian Falkenberg" userId="089a1601-7f41-4924-a633-229f3c4d08ed" providerId="ADAL" clId="{D03D44B6-DFF4-4003-9947-92A71FAA7D5C}" dt="2026-09-24T09:35:53.393" v="16917" actId="47"/>
        <pc:sldMkLst>
          <pc:docMk/>
          <pc:sldMk cId="2614627430" sldId="291"/>
        </pc:sldMkLst>
      </pc:sldChg>
      <pc:sldChg chg="del">
        <pc:chgData name="Fabian Falkenberg" userId="089a1601-7f41-4924-a633-229f3c4d08ed" providerId="ADAL" clId="{D03D44B6-DFF4-4003-9947-92A71FAA7D5C}" dt="2026-09-24T09:35:56.625" v="16919" actId="47"/>
        <pc:sldMkLst>
          <pc:docMk/>
          <pc:sldMk cId="3460586933" sldId="296"/>
        </pc:sldMkLst>
      </pc:sldChg>
      <pc:sldChg chg="del">
        <pc:chgData name="Fabian Falkenberg" userId="089a1601-7f41-4924-a633-229f3c4d08ed" providerId="ADAL" clId="{D03D44B6-DFF4-4003-9947-92A71FAA7D5C}" dt="2026-09-24T09:31:38.880" v="16915" actId="47"/>
        <pc:sldMkLst>
          <pc:docMk/>
          <pc:sldMk cId="3355626764" sldId="6657"/>
        </pc:sldMkLst>
      </pc:sldChg>
      <pc:sldChg chg="addSp delSp modSp mod">
        <pc:chgData name="Fabian Falkenberg" userId="089a1601-7f41-4924-a633-229f3c4d08ed" providerId="ADAL" clId="{D03D44B6-DFF4-4003-9947-92A71FAA7D5C}" dt="2026-09-24T09:36:51.973" v="16964" actId="20577"/>
        <pc:sldMkLst>
          <pc:docMk/>
          <pc:sldMk cId="1108062691" sldId="6658"/>
        </pc:sldMkLst>
        <pc:spChg chg="del">
          <ac:chgData name="Fabian Falkenberg" userId="089a1601-7f41-4924-a633-229f3c4d08ed" providerId="ADAL" clId="{D03D44B6-DFF4-4003-9947-92A71FAA7D5C}" dt="2026-09-24T09:36:44.889" v="16961" actId="478"/>
          <ac:spMkLst>
            <pc:docMk/>
            <pc:sldMk cId="1108062691" sldId="6658"/>
            <ac:spMk id="3" creationId="{04691344-0826-9E64-84E6-DC516A5FD50F}"/>
          </ac:spMkLst>
        </pc:spChg>
        <pc:spChg chg="mod">
          <ac:chgData name="Fabian Falkenberg" userId="089a1601-7f41-4924-a633-229f3c4d08ed" providerId="ADAL" clId="{D03D44B6-DFF4-4003-9947-92A71FAA7D5C}" dt="2026-09-24T09:36:51.973" v="16964" actId="20577"/>
          <ac:spMkLst>
            <pc:docMk/>
            <pc:sldMk cId="1108062691" sldId="6658"/>
            <ac:spMk id="4" creationId="{14B9922B-8B3B-5752-4049-9AA3BC1BD38E}"/>
          </ac:spMkLst>
        </pc:spChg>
        <pc:spChg chg="add del mod">
          <ac:chgData name="Fabian Falkenberg" userId="089a1601-7f41-4924-a633-229f3c4d08ed" providerId="ADAL" clId="{D03D44B6-DFF4-4003-9947-92A71FAA7D5C}" dt="2026-09-24T09:36:47.682" v="16962" actId="478"/>
          <ac:spMkLst>
            <pc:docMk/>
            <pc:sldMk cId="1108062691" sldId="6658"/>
            <ac:spMk id="5" creationId="{AB6ABBA6-1795-2CB4-8D06-5423E18CA091}"/>
          </ac:spMkLst>
        </pc:spChg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097747616" sldId="6659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40531058" sldId="6660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230271863" sldId="6661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4137489272" sldId="6662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945964816" sldId="6663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737476725" sldId="6664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755904960" sldId="6665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470833845" sldId="6666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607695356" sldId="6667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467981643" sldId="6668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024062260" sldId="6669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50036621" sldId="6670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256752229" sldId="6671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723166628" sldId="6672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692610102" sldId="6673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719709749" sldId="6674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87039985" sldId="6675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916278251" sldId="6676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692470676" sldId="6677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365174888" sldId="6678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104245776" sldId="6679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509588365" sldId="6680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892572909" sldId="6681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70246860" sldId="6682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776793978" sldId="6683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433429828" sldId="6684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173502179" sldId="6685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44028738" sldId="6686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160405480" sldId="6687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209654446" sldId="6688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4021848365" sldId="6689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526158937" sldId="6690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267558895" sldId="6691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970070850" sldId="6692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788530413" sldId="6693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387529480" sldId="6694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050191171" sldId="6695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714464574" sldId="6696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66846813" sldId="6697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920862851" sldId="6698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666409856" sldId="6699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196173545" sldId="6700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91714827" sldId="6702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839596989" sldId="6703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948209153" sldId="6704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418038803" sldId="6705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97680552" sldId="6706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00360681" sldId="6707"/>
        </pc:sldMkLst>
      </pc:sldChg>
      <pc:sldChg chg="del">
        <pc:chgData name="Fabian Falkenberg" userId="089a1601-7f41-4924-a633-229f3c4d08ed" providerId="ADAL" clId="{D03D44B6-DFF4-4003-9947-92A71FAA7D5C}" dt="2026-09-24T09:31:29.256" v="16914" actId="47"/>
        <pc:sldMkLst>
          <pc:docMk/>
          <pc:sldMk cId="1797599913" sldId="2147476631"/>
        </pc:sldMkLst>
      </pc:sldChg>
      <pc:sldChg chg="del">
        <pc:chgData name="Fabian Falkenberg" userId="089a1601-7f41-4924-a633-229f3c4d08ed" providerId="ADAL" clId="{D03D44B6-DFF4-4003-9947-92A71FAA7D5C}" dt="2026-09-24T09:31:29.256" v="16914" actId="47"/>
        <pc:sldMkLst>
          <pc:docMk/>
          <pc:sldMk cId="1099779309" sldId="2147476648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2282806627" sldId="2147476649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458897209" sldId="2147476650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3739544896" sldId="2147476651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491955581" sldId="2147476652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444381005" sldId="2147476653"/>
        </pc:sldMkLst>
      </pc:sldChg>
      <pc:sldChg chg="del">
        <pc:chgData name="Fabian Falkenberg" userId="089a1601-7f41-4924-a633-229f3c4d08ed" providerId="ADAL" clId="{D03D44B6-DFF4-4003-9947-92A71FAA7D5C}" dt="2026-09-24T09:36:10.081" v="16921" actId="47"/>
        <pc:sldMkLst>
          <pc:docMk/>
          <pc:sldMk cId="1711038314" sldId="2147476654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167795881" sldId="2147476655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481536404" sldId="2147476656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865495762" sldId="2147476657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4128456755" sldId="2147476658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497406762" sldId="2147476659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414580118" sldId="2147476660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845179518" sldId="2147476661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99100131" sldId="2147476662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409825256" sldId="2147476663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254002371" sldId="2147476664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788022097" sldId="2147476665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328762731" sldId="2147476666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034243199" sldId="2147476667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570726130" sldId="2147476668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423060272" sldId="2147476669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695219006" sldId="2147476670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511200850" sldId="2147476671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268838695" sldId="2147476672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97549916" sldId="2147476673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069928854" sldId="2147476674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41166150" sldId="2147476675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1797602514" sldId="2147476676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351242653" sldId="2147476677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997861532" sldId="2147476678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72517339" sldId="2147476679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748372968" sldId="2147476680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470635728" sldId="2147476681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877186531" sldId="2147476682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630637751" sldId="2147476683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442463077" sldId="2147476684"/>
        </pc:sldMkLst>
      </pc:sldChg>
      <pc:sldChg chg="del">
        <pc:chgData name="Fabian Falkenberg" userId="089a1601-7f41-4924-a633-229f3c4d08ed" providerId="ADAL" clId="{D03D44B6-DFF4-4003-9947-92A71FAA7D5C}" dt="2026-09-24T12:14:11.696" v="17293" actId="47"/>
        <pc:sldMkLst>
          <pc:docMk/>
          <pc:sldMk cId="2794013653" sldId="2147476685"/>
        </pc:sldMkLst>
      </pc:sldChg>
      <pc:sldChg chg="addSp delSp modSp mod">
        <pc:chgData name="Fabian Falkenberg" userId="089a1601-7f41-4924-a633-229f3c4d08ed" providerId="ADAL" clId="{D03D44B6-DFF4-4003-9947-92A71FAA7D5C}" dt="2026-09-24T12:13:46.858" v="17292" actId="21"/>
        <pc:sldMkLst>
          <pc:docMk/>
          <pc:sldMk cId="428313166" sldId="2147476687"/>
        </pc:sldMkLst>
        <pc:spChg chg="mod">
          <ac:chgData name="Fabian Falkenberg" userId="089a1601-7f41-4924-a633-229f3c4d08ed" providerId="ADAL" clId="{D03D44B6-DFF4-4003-9947-92A71FAA7D5C}" dt="2026-09-24T09:53:38.208" v="17166" actId="1076"/>
          <ac:spMkLst>
            <pc:docMk/>
            <pc:sldMk cId="428313166" sldId="2147476687"/>
            <ac:spMk id="2" creationId="{2FCB8341-F688-B68A-FA6E-D592CEFFBD12}"/>
          </ac:spMkLst>
        </pc:spChg>
        <pc:spChg chg="mod">
          <ac:chgData name="Fabian Falkenberg" userId="089a1601-7f41-4924-a633-229f3c4d08ed" providerId="ADAL" clId="{D03D44B6-DFF4-4003-9947-92A71FAA7D5C}" dt="2026-09-24T09:51:51.020" v="17010" actId="20577"/>
          <ac:spMkLst>
            <pc:docMk/>
            <pc:sldMk cId="428313166" sldId="2147476687"/>
            <ac:spMk id="4" creationId="{D61B8EDA-DEC8-6538-4959-87EFDC7A11A9}"/>
          </ac:spMkLst>
        </pc:spChg>
        <pc:spChg chg="add mod">
          <ac:chgData name="Fabian Falkenberg" userId="089a1601-7f41-4924-a633-229f3c4d08ed" providerId="ADAL" clId="{D03D44B6-DFF4-4003-9947-92A71FAA7D5C}" dt="2026-09-24T09:57:56.396" v="17264" actId="20577"/>
          <ac:spMkLst>
            <pc:docMk/>
            <pc:sldMk cId="428313166" sldId="2147476687"/>
            <ac:spMk id="7" creationId="{61C6BA60-DB38-6A99-34E2-044B4C783450}"/>
          </ac:spMkLst>
        </pc:spChg>
        <pc:spChg chg="add mod">
          <ac:chgData name="Fabian Falkenberg" userId="089a1601-7f41-4924-a633-229f3c4d08ed" providerId="ADAL" clId="{D03D44B6-DFF4-4003-9947-92A71FAA7D5C}" dt="2026-09-24T12:13:46.858" v="17292" actId="21"/>
          <ac:spMkLst>
            <pc:docMk/>
            <pc:sldMk cId="428313166" sldId="2147476687"/>
            <ac:spMk id="8" creationId="{D38A8FFC-4F26-10CF-815F-5CB060657B16}"/>
          </ac:spMkLst>
        </pc:spChg>
        <pc:spChg chg="mod">
          <ac:chgData name="Fabian Falkenberg" userId="089a1601-7f41-4924-a633-229f3c4d08ed" providerId="ADAL" clId="{D03D44B6-DFF4-4003-9947-92A71FAA7D5C}" dt="2026-09-24T09:51:38.883" v="16982" actId="20577"/>
          <ac:spMkLst>
            <pc:docMk/>
            <pc:sldMk cId="428313166" sldId="2147476687"/>
            <ac:spMk id="10" creationId="{2B7F39A0-63D7-4C2A-85AC-652714A5E784}"/>
          </ac:spMkLst>
        </pc:spChg>
        <pc:graphicFrameChg chg="add mod">
          <ac:chgData name="Fabian Falkenberg" userId="089a1601-7f41-4924-a633-229f3c4d08ed" providerId="ADAL" clId="{D03D44B6-DFF4-4003-9947-92A71FAA7D5C}" dt="2026-09-24T09:52:06.453" v="17013" actId="14100"/>
          <ac:graphicFrameMkLst>
            <pc:docMk/>
            <pc:sldMk cId="428313166" sldId="2147476687"/>
            <ac:graphicFrameMk id="5" creationId="{55C41C5D-D48E-310E-DC21-42CD17FB675E}"/>
          </ac:graphicFrameMkLst>
        </pc:graphicFrameChg>
        <pc:graphicFrameChg chg="del">
          <ac:chgData name="Fabian Falkenberg" userId="089a1601-7f41-4924-a633-229f3c4d08ed" providerId="ADAL" clId="{D03D44B6-DFF4-4003-9947-92A71FAA7D5C}" dt="2026-09-24T09:50:57" v="16966" actId="478"/>
          <ac:graphicFrameMkLst>
            <pc:docMk/>
            <pc:sldMk cId="428313166" sldId="2147476687"/>
            <ac:graphicFrameMk id="6" creationId="{E93D40B6-9AD6-4C88-B716-19B8E0772587}"/>
          </ac:graphicFrameMkLst>
        </pc:graphicFrameChg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829452420" sldId="2147476688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3146522436" sldId="2147476689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4227871774" sldId="2147476690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455106899" sldId="2147476691"/>
        </pc:sldMkLst>
      </pc:sldChg>
      <pc:sldChg chg="del">
        <pc:chgData name="Fabian Falkenberg" userId="089a1601-7f41-4924-a633-229f3c4d08ed" providerId="ADAL" clId="{D03D44B6-DFF4-4003-9947-92A71FAA7D5C}" dt="2026-09-24T09:36:57.848" v="16965" actId="47"/>
        <pc:sldMkLst>
          <pc:docMk/>
          <pc:sldMk cId="2477244286" sldId="2147476692"/>
        </pc:sldMkLst>
      </pc:sldChg>
      <pc:sldMasterChg chg="delSldLayout">
        <pc:chgData name="Fabian Falkenberg" userId="089a1601-7f41-4924-a633-229f3c4d08ed" providerId="ADAL" clId="{D03D44B6-DFF4-4003-9947-92A71FAA7D5C}" dt="2026-09-24T09:36:10.081" v="16921" actId="47"/>
        <pc:sldMasterMkLst>
          <pc:docMk/>
          <pc:sldMasterMk cId="901074324" sldId="2147483660"/>
        </pc:sldMasterMkLst>
        <pc:sldLayoutChg chg="del">
          <pc:chgData name="Fabian Falkenberg" userId="089a1601-7f41-4924-a633-229f3c4d08ed" providerId="ADAL" clId="{D03D44B6-DFF4-4003-9947-92A71FAA7D5C}" dt="2026-09-24T09:36:10.081" v="16921" actId="47"/>
          <pc:sldLayoutMkLst>
            <pc:docMk/>
            <pc:sldMasterMk cId="901074324" sldId="2147483660"/>
            <pc:sldLayoutMk cId="578407826" sldId="214748378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enkelgroup.sharepoint.com/teams/LRBiotechnology/Shared%20Documents/Internal/Manager/Falkenberg/Projekte/Peptide/Bleachables/Aurigene/CL-454_Auswertung%20von%20alle%20Peptide%20im%20selben%20ULTRA%20Durchgang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enkelgroup.sharepoint.com/teams/LRBiotechnology/Shared%20Documents/Internal/Manager/Falkenberg/Projekte/Peptide/Bleachables/Aurigene/CL-454_Auswertung%20von%20alle%20Peptide%20im%20selben%20ULTRA%20Durchgang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'Diagramme optimiert'!$Y$17:$Y$49</c:f>
                <c:numCache>
                  <c:formatCode>General</c:formatCode>
                  <c:ptCount val="33"/>
                  <c:pt idx="0">
                    <c:v>0.60839414950856197</c:v>
                  </c:pt>
                  <c:pt idx="1">
                    <c:v>0.63075772442588374</c:v>
                  </c:pt>
                  <c:pt idx="2">
                    <c:v>0.57527922807033138</c:v>
                  </c:pt>
                  <c:pt idx="3">
                    <c:v>0.64900432513980377</c:v>
                  </c:pt>
                  <c:pt idx="4">
                    <c:v>0.47119184930557156</c:v>
                  </c:pt>
                  <c:pt idx="5">
                    <c:v>0.45597557691526153</c:v>
                  </c:pt>
                  <c:pt idx="6">
                    <c:v>0.54664491447075603</c:v>
                  </c:pt>
                  <c:pt idx="7">
                    <c:v>0.5987497782630008</c:v>
                  </c:pt>
                  <c:pt idx="8">
                    <c:v>0.66477641373655005</c:v>
                  </c:pt>
                  <c:pt idx="9">
                    <c:v>0.76833607445996277</c:v>
                  </c:pt>
                  <c:pt idx="10">
                    <c:v>0.94757804744108531</c:v>
                  </c:pt>
                  <c:pt idx="11">
                    <c:v>0.68627053667915661</c:v>
                  </c:pt>
                  <c:pt idx="12">
                    <c:v>0.8834022369563197</c:v>
                  </c:pt>
                  <c:pt idx="13">
                    <c:v>0.73175194168655677</c:v>
                  </c:pt>
                  <c:pt idx="14">
                    <c:v>1.0924268726536377</c:v>
                  </c:pt>
                  <c:pt idx="15">
                    <c:v>1.0562528274808272</c:v>
                  </c:pt>
                  <c:pt idx="16">
                    <c:v>0.65729968984683695</c:v>
                  </c:pt>
                  <c:pt idx="17">
                    <c:v>0.89447625247541351</c:v>
                  </c:pt>
                  <c:pt idx="18">
                    <c:v>0.58918097077065745</c:v>
                  </c:pt>
                  <c:pt idx="19">
                    <c:v>0.66541769926219463</c:v>
                  </c:pt>
                  <c:pt idx="20">
                    <c:v>0.92689165727636802</c:v>
                  </c:pt>
                  <c:pt idx="21">
                    <c:v>0.67188904956879469</c:v>
                  </c:pt>
                  <c:pt idx="22">
                    <c:v>1.1589649235083337</c:v>
                  </c:pt>
                  <c:pt idx="23">
                    <c:v>1.2979127589474555</c:v>
                  </c:pt>
                  <c:pt idx="24">
                    <c:v>0.96200306831702198</c:v>
                  </c:pt>
                  <c:pt idx="25">
                    <c:v>0.56276120105280547</c:v>
                  </c:pt>
                  <c:pt idx="26">
                    <c:v>0.5236186929460529</c:v>
                  </c:pt>
                  <c:pt idx="27">
                    <c:v>0.59268575620871822</c:v>
                  </c:pt>
                  <c:pt idx="28">
                    <c:v>0.71358213261316494</c:v>
                  </c:pt>
                  <c:pt idx="29">
                    <c:v>0.59009329837168545</c:v>
                  </c:pt>
                  <c:pt idx="30">
                    <c:v>0.70548735926308748</c:v>
                  </c:pt>
                  <c:pt idx="31">
                    <c:v>0.41103854266250456</c:v>
                  </c:pt>
                  <c:pt idx="32">
                    <c:v>0.44194902170192235</c:v>
                  </c:pt>
                </c:numCache>
              </c:numRef>
            </c:plus>
            <c:minus>
              <c:numRef>
                <c:f>'Diagramme optimiert'!$Y$17:$Y$49</c:f>
                <c:numCache>
                  <c:formatCode>General</c:formatCode>
                  <c:ptCount val="33"/>
                  <c:pt idx="0">
                    <c:v>0.60839414950856197</c:v>
                  </c:pt>
                  <c:pt idx="1">
                    <c:v>0.63075772442588374</c:v>
                  </c:pt>
                  <c:pt idx="2">
                    <c:v>0.57527922807033138</c:v>
                  </c:pt>
                  <c:pt idx="3">
                    <c:v>0.64900432513980377</c:v>
                  </c:pt>
                  <c:pt idx="4">
                    <c:v>0.47119184930557156</c:v>
                  </c:pt>
                  <c:pt idx="5">
                    <c:v>0.45597557691526153</c:v>
                  </c:pt>
                  <c:pt idx="6">
                    <c:v>0.54664491447075603</c:v>
                  </c:pt>
                  <c:pt idx="7">
                    <c:v>0.5987497782630008</c:v>
                  </c:pt>
                  <c:pt idx="8">
                    <c:v>0.66477641373655005</c:v>
                  </c:pt>
                  <c:pt idx="9">
                    <c:v>0.76833607445996277</c:v>
                  </c:pt>
                  <c:pt idx="10">
                    <c:v>0.94757804744108531</c:v>
                  </c:pt>
                  <c:pt idx="11">
                    <c:v>0.68627053667915661</c:v>
                  </c:pt>
                  <c:pt idx="12">
                    <c:v>0.8834022369563197</c:v>
                  </c:pt>
                  <c:pt idx="13">
                    <c:v>0.73175194168655677</c:v>
                  </c:pt>
                  <c:pt idx="14">
                    <c:v>1.0924268726536377</c:v>
                  </c:pt>
                  <c:pt idx="15">
                    <c:v>1.0562528274808272</c:v>
                  </c:pt>
                  <c:pt idx="16">
                    <c:v>0.65729968984683695</c:v>
                  </c:pt>
                  <c:pt idx="17">
                    <c:v>0.89447625247541351</c:v>
                  </c:pt>
                  <c:pt idx="18">
                    <c:v>0.58918097077065745</c:v>
                  </c:pt>
                  <c:pt idx="19">
                    <c:v>0.66541769926219463</c:v>
                  </c:pt>
                  <c:pt idx="20">
                    <c:v>0.92689165727636802</c:v>
                  </c:pt>
                  <c:pt idx="21">
                    <c:v>0.67188904956879469</c:v>
                  </c:pt>
                  <c:pt idx="22">
                    <c:v>1.1589649235083337</c:v>
                  </c:pt>
                  <c:pt idx="23">
                    <c:v>1.2979127589474555</c:v>
                  </c:pt>
                  <c:pt idx="24">
                    <c:v>0.96200306831702198</c:v>
                  </c:pt>
                  <c:pt idx="25">
                    <c:v>0.56276120105280547</c:v>
                  </c:pt>
                  <c:pt idx="26">
                    <c:v>0.5236186929460529</c:v>
                  </c:pt>
                  <c:pt idx="27">
                    <c:v>0.59268575620871822</c:v>
                  </c:pt>
                  <c:pt idx="28">
                    <c:v>0.71358213261316494</c:v>
                  </c:pt>
                  <c:pt idx="29">
                    <c:v>0.59009329837168545</c:v>
                  </c:pt>
                  <c:pt idx="30">
                    <c:v>0.70548735926308748</c:v>
                  </c:pt>
                  <c:pt idx="31">
                    <c:v>0.41103854266250456</c:v>
                  </c:pt>
                  <c:pt idx="32">
                    <c:v>0.44194902170192235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'Diagramme optimiert'!$Q$17:$Q$49</c:f>
              <c:strCache>
                <c:ptCount val="33"/>
                <c:pt idx="0">
                  <c:v>PAP 3mM</c:v>
                </c:pt>
                <c:pt idx="1">
                  <c:v>DTA5 (1)</c:v>
                </c:pt>
                <c:pt idx="2">
                  <c:v>DTA5 (2)</c:v>
                </c:pt>
                <c:pt idx="3">
                  <c:v>Auri_1</c:v>
                </c:pt>
                <c:pt idx="4">
                  <c:v>Auri_2</c:v>
                </c:pt>
                <c:pt idx="5">
                  <c:v>Auri_3</c:v>
                </c:pt>
                <c:pt idx="6">
                  <c:v>Auri_4</c:v>
                </c:pt>
                <c:pt idx="7">
                  <c:v>Auri_5</c:v>
                </c:pt>
                <c:pt idx="8">
                  <c:v>Auri_6</c:v>
                </c:pt>
                <c:pt idx="9">
                  <c:v>Auri_7</c:v>
                </c:pt>
                <c:pt idx="10">
                  <c:v>Auri_8</c:v>
                </c:pt>
                <c:pt idx="11">
                  <c:v>Auri_9</c:v>
                </c:pt>
                <c:pt idx="12">
                  <c:v>Auri_10</c:v>
                </c:pt>
                <c:pt idx="13">
                  <c:v>Auri_11</c:v>
                </c:pt>
                <c:pt idx="14">
                  <c:v>Auri_12</c:v>
                </c:pt>
                <c:pt idx="15">
                  <c:v>Auri_13</c:v>
                </c:pt>
                <c:pt idx="16">
                  <c:v>Auri_14</c:v>
                </c:pt>
                <c:pt idx="17">
                  <c:v>Auri_15</c:v>
                </c:pt>
                <c:pt idx="18">
                  <c:v>Auri_16</c:v>
                </c:pt>
                <c:pt idx="19">
                  <c:v>Auri_17</c:v>
                </c:pt>
                <c:pt idx="20">
                  <c:v>Auri_18</c:v>
                </c:pt>
                <c:pt idx="21">
                  <c:v>Auri_19</c:v>
                </c:pt>
                <c:pt idx="22">
                  <c:v>Auri_20</c:v>
                </c:pt>
                <c:pt idx="23">
                  <c:v>Auri_21</c:v>
                </c:pt>
                <c:pt idx="24">
                  <c:v>Auri_22</c:v>
                </c:pt>
                <c:pt idx="25">
                  <c:v>Auri_23</c:v>
                </c:pt>
                <c:pt idx="26">
                  <c:v>Auri_24</c:v>
                </c:pt>
                <c:pt idx="27">
                  <c:v>Auri_25</c:v>
                </c:pt>
                <c:pt idx="28">
                  <c:v>Auri_26</c:v>
                </c:pt>
                <c:pt idx="29">
                  <c:v>Auri_27</c:v>
                </c:pt>
                <c:pt idx="30">
                  <c:v>Auri_28</c:v>
                </c:pt>
                <c:pt idx="31">
                  <c:v>Auri_29</c:v>
                </c:pt>
                <c:pt idx="32">
                  <c:v>Auri_30</c:v>
                </c:pt>
              </c:strCache>
            </c:strRef>
          </c:cat>
          <c:val>
            <c:numRef>
              <c:f>'Diagramme optimiert'!$X$17:$X$49</c:f>
              <c:numCache>
                <c:formatCode>0.0</c:formatCode>
                <c:ptCount val="33"/>
                <c:pt idx="0">
                  <c:v>16.876666666666665</c:v>
                </c:pt>
                <c:pt idx="1">
                  <c:v>-5.2613888888888667</c:v>
                </c:pt>
                <c:pt idx="2">
                  <c:v>13.462222222222209</c:v>
                </c:pt>
                <c:pt idx="3">
                  <c:v>-6.3411111111111111</c:v>
                </c:pt>
                <c:pt idx="4">
                  <c:v>-6.7077777777777712</c:v>
                </c:pt>
                <c:pt idx="5">
                  <c:v>-0.99611111111112649</c:v>
                </c:pt>
                <c:pt idx="6">
                  <c:v>-2.6744444444444397</c:v>
                </c:pt>
                <c:pt idx="7">
                  <c:v>-4.2477777777777703</c:v>
                </c:pt>
                <c:pt idx="8">
                  <c:v>-1.7944444444444443</c:v>
                </c:pt>
                <c:pt idx="9">
                  <c:v>5.5088888888888903</c:v>
                </c:pt>
                <c:pt idx="10">
                  <c:v>-5.647777777777776</c:v>
                </c:pt>
                <c:pt idx="11">
                  <c:v>-2.6011111111111092</c:v>
                </c:pt>
                <c:pt idx="12">
                  <c:v>6.1988888888888951</c:v>
                </c:pt>
                <c:pt idx="13">
                  <c:v>5.0022222222222226</c:v>
                </c:pt>
                <c:pt idx="14">
                  <c:v>4.7088888888888931</c:v>
                </c:pt>
                <c:pt idx="15">
                  <c:v>-0.25777777777776834</c:v>
                </c:pt>
                <c:pt idx="16">
                  <c:v>-0.67444444444443263</c:v>
                </c:pt>
                <c:pt idx="17">
                  <c:v>-3.4744444444444511</c:v>
                </c:pt>
                <c:pt idx="18">
                  <c:v>-4.521111111111118</c:v>
                </c:pt>
                <c:pt idx="19">
                  <c:v>-3.7344444444444349</c:v>
                </c:pt>
                <c:pt idx="20">
                  <c:v>-2.4044444444444366</c:v>
                </c:pt>
                <c:pt idx="21">
                  <c:v>-2.0044444444444451</c:v>
                </c:pt>
                <c:pt idx="22">
                  <c:v>-5.2544444444444522</c:v>
                </c:pt>
                <c:pt idx="23">
                  <c:v>10.435555555555567</c:v>
                </c:pt>
                <c:pt idx="24">
                  <c:v>-1.004444444444438</c:v>
                </c:pt>
                <c:pt idx="25">
                  <c:v>4.3155555555555551</c:v>
                </c:pt>
                <c:pt idx="26">
                  <c:v>8.3455555555555776</c:v>
                </c:pt>
                <c:pt idx="27">
                  <c:v>-9.3244444444444454</c:v>
                </c:pt>
                <c:pt idx="28">
                  <c:v>-9.8211111111111222</c:v>
                </c:pt>
                <c:pt idx="29">
                  <c:v>-9.7536111111111055</c:v>
                </c:pt>
                <c:pt idx="30">
                  <c:v>-8.9744444444444227</c:v>
                </c:pt>
                <c:pt idx="31">
                  <c:v>-8.3144444444444474</c:v>
                </c:pt>
                <c:pt idx="32">
                  <c:v>-10.467777777777783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6C-484A-A82E-88D4FB3A3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020495"/>
        <c:axId val="196021935"/>
      </c:barChart>
      <c:catAx>
        <c:axId val="19602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021935"/>
        <c:crosses val="autoZero"/>
        <c:auto val="1"/>
        <c:lblAlgn val="ctr"/>
        <c:lblOffset val="100"/>
        <c:noMultiLvlLbl val="0"/>
      </c:catAx>
      <c:valAx>
        <c:axId val="196021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ΣΔ</a:t>
                </a:r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 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020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'Diagramme optimiert'!$Y$17:$Y$49</c:f>
                <c:numCache>
                  <c:formatCode>General</c:formatCode>
                  <c:ptCount val="33"/>
                  <c:pt idx="0">
                    <c:v>0.60839414950856197</c:v>
                  </c:pt>
                  <c:pt idx="1">
                    <c:v>0.63075772442588374</c:v>
                  </c:pt>
                  <c:pt idx="2">
                    <c:v>0.57527922807033138</c:v>
                  </c:pt>
                  <c:pt idx="3">
                    <c:v>0.64900432513980377</c:v>
                  </c:pt>
                  <c:pt idx="4">
                    <c:v>0.47119184930557156</c:v>
                  </c:pt>
                  <c:pt idx="5">
                    <c:v>0.45597557691526153</c:v>
                  </c:pt>
                  <c:pt idx="6">
                    <c:v>0.54664491447075603</c:v>
                  </c:pt>
                  <c:pt idx="7">
                    <c:v>0.5987497782630008</c:v>
                  </c:pt>
                  <c:pt idx="8">
                    <c:v>0.66477641373655005</c:v>
                  </c:pt>
                  <c:pt idx="9">
                    <c:v>0.76833607445996277</c:v>
                  </c:pt>
                  <c:pt idx="10">
                    <c:v>0.94757804744108531</c:v>
                  </c:pt>
                  <c:pt idx="11">
                    <c:v>0.68627053667915661</c:v>
                  </c:pt>
                  <c:pt idx="12">
                    <c:v>0.8834022369563197</c:v>
                  </c:pt>
                  <c:pt idx="13">
                    <c:v>0.73175194168655677</c:v>
                  </c:pt>
                  <c:pt idx="14">
                    <c:v>1.0924268726536377</c:v>
                  </c:pt>
                  <c:pt idx="15">
                    <c:v>1.0562528274808272</c:v>
                  </c:pt>
                  <c:pt idx="16">
                    <c:v>0.65729968984683695</c:v>
                  </c:pt>
                  <c:pt idx="17">
                    <c:v>0.89447625247541351</c:v>
                  </c:pt>
                  <c:pt idx="18">
                    <c:v>0.58918097077065745</c:v>
                  </c:pt>
                  <c:pt idx="19">
                    <c:v>0.66541769926219463</c:v>
                  </c:pt>
                  <c:pt idx="20">
                    <c:v>0.92689165727636802</c:v>
                  </c:pt>
                  <c:pt idx="21">
                    <c:v>0.67188904956879469</c:v>
                  </c:pt>
                  <c:pt idx="22">
                    <c:v>1.1589649235083337</c:v>
                  </c:pt>
                  <c:pt idx="23">
                    <c:v>1.2979127589474555</c:v>
                  </c:pt>
                  <c:pt idx="24">
                    <c:v>0.96200306831702198</c:v>
                  </c:pt>
                  <c:pt idx="25">
                    <c:v>0.56276120105280547</c:v>
                  </c:pt>
                  <c:pt idx="26">
                    <c:v>0.5236186929460529</c:v>
                  </c:pt>
                  <c:pt idx="27">
                    <c:v>0.59268575620871822</c:v>
                  </c:pt>
                  <c:pt idx="28">
                    <c:v>0.71358213261316494</c:v>
                  </c:pt>
                  <c:pt idx="29">
                    <c:v>0.59009329837168545</c:v>
                  </c:pt>
                  <c:pt idx="30">
                    <c:v>0.70548735926308748</c:v>
                  </c:pt>
                  <c:pt idx="31">
                    <c:v>0.41103854266250456</c:v>
                  </c:pt>
                  <c:pt idx="32">
                    <c:v>0.44194902170192235</c:v>
                  </c:pt>
                </c:numCache>
              </c:numRef>
            </c:plus>
            <c:minus>
              <c:numRef>
                <c:f>'Diagramme optimiert'!$Y$17:$Y$49</c:f>
                <c:numCache>
                  <c:formatCode>General</c:formatCode>
                  <c:ptCount val="33"/>
                  <c:pt idx="0">
                    <c:v>0.60839414950856197</c:v>
                  </c:pt>
                  <c:pt idx="1">
                    <c:v>0.63075772442588374</c:v>
                  </c:pt>
                  <c:pt idx="2">
                    <c:v>0.57527922807033138</c:v>
                  </c:pt>
                  <c:pt idx="3">
                    <c:v>0.64900432513980377</c:v>
                  </c:pt>
                  <c:pt idx="4">
                    <c:v>0.47119184930557156</c:v>
                  </c:pt>
                  <c:pt idx="5">
                    <c:v>0.45597557691526153</c:v>
                  </c:pt>
                  <c:pt idx="6">
                    <c:v>0.54664491447075603</c:v>
                  </c:pt>
                  <c:pt idx="7">
                    <c:v>0.5987497782630008</c:v>
                  </c:pt>
                  <c:pt idx="8">
                    <c:v>0.66477641373655005</c:v>
                  </c:pt>
                  <c:pt idx="9">
                    <c:v>0.76833607445996277</c:v>
                  </c:pt>
                  <c:pt idx="10">
                    <c:v>0.94757804744108531</c:v>
                  </c:pt>
                  <c:pt idx="11">
                    <c:v>0.68627053667915661</c:v>
                  </c:pt>
                  <c:pt idx="12">
                    <c:v>0.8834022369563197</c:v>
                  </c:pt>
                  <c:pt idx="13">
                    <c:v>0.73175194168655677</c:v>
                  </c:pt>
                  <c:pt idx="14">
                    <c:v>1.0924268726536377</c:v>
                  </c:pt>
                  <c:pt idx="15">
                    <c:v>1.0562528274808272</c:v>
                  </c:pt>
                  <c:pt idx="16">
                    <c:v>0.65729968984683695</c:v>
                  </c:pt>
                  <c:pt idx="17">
                    <c:v>0.89447625247541351</c:v>
                  </c:pt>
                  <c:pt idx="18">
                    <c:v>0.58918097077065745</c:v>
                  </c:pt>
                  <c:pt idx="19">
                    <c:v>0.66541769926219463</c:v>
                  </c:pt>
                  <c:pt idx="20">
                    <c:v>0.92689165727636802</c:v>
                  </c:pt>
                  <c:pt idx="21">
                    <c:v>0.67188904956879469</c:v>
                  </c:pt>
                  <c:pt idx="22">
                    <c:v>1.1589649235083337</c:v>
                  </c:pt>
                  <c:pt idx="23">
                    <c:v>1.2979127589474555</c:v>
                  </c:pt>
                  <c:pt idx="24">
                    <c:v>0.96200306831702198</c:v>
                  </c:pt>
                  <c:pt idx="25">
                    <c:v>0.56276120105280547</c:v>
                  </c:pt>
                  <c:pt idx="26">
                    <c:v>0.5236186929460529</c:v>
                  </c:pt>
                  <c:pt idx="27">
                    <c:v>0.59268575620871822</c:v>
                  </c:pt>
                  <c:pt idx="28">
                    <c:v>0.71358213261316494</c:v>
                  </c:pt>
                  <c:pt idx="29">
                    <c:v>0.59009329837168545</c:v>
                  </c:pt>
                  <c:pt idx="30">
                    <c:v>0.70548735926308748</c:v>
                  </c:pt>
                  <c:pt idx="31">
                    <c:v>0.41103854266250456</c:v>
                  </c:pt>
                  <c:pt idx="32">
                    <c:v>0.44194902170192235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'Diagramme optimiert'!$Q$17:$Q$49</c:f>
              <c:strCache>
                <c:ptCount val="33"/>
                <c:pt idx="0">
                  <c:v>PAP 3mM</c:v>
                </c:pt>
                <c:pt idx="1">
                  <c:v>DTA5 (1)</c:v>
                </c:pt>
                <c:pt idx="2">
                  <c:v>DTA5 (2)</c:v>
                </c:pt>
                <c:pt idx="3">
                  <c:v>Auri_1</c:v>
                </c:pt>
                <c:pt idx="4">
                  <c:v>Auri_2</c:v>
                </c:pt>
                <c:pt idx="5">
                  <c:v>Auri_3</c:v>
                </c:pt>
                <c:pt idx="6">
                  <c:v>Auri_4</c:v>
                </c:pt>
                <c:pt idx="7">
                  <c:v>Auri_5</c:v>
                </c:pt>
                <c:pt idx="8">
                  <c:v>Auri_6</c:v>
                </c:pt>
                <c:pt idx="9">
                  <c:v>Auri_7</c:v>
                </c:pt>
                <c:pt idx="10">
                  <c:v>Auri_8</c:v>
                </c:pt>
                <c:pt idx="11">
                  <c:v>Auri_9</c:v>
                </c:pt>
                <c:pt idx="12">
                  <c:v>Auri_10</c:v>
                </c:pt>
                <c:pt idx="13">
                  <c:v>Auri_11</c:v>
                </c:pt>
                <c:pt idx="14">
                  <c:v>Auri_12</c:v>
                </c:pt>
                <c:pt idx="15">
                  <c:v>Auri_13</c:v>
                </c:pt>
                <c:pt idx="16">
                  <c:v>Auri_14</c:v>
                </c:pt>
                <c:pt idx="17">
                  <c:v>Auri_15</c:v>
                </c:pt>
                <c:pt idx="18">
                  <c:v>Auri_16</c:v>
                </c:pt>
                <c:pt idx="19">
                  <c:v>Auri_17</c:v>
                </c:pt>
                <c:pt idx="20">
                  <c:v>Auri_18</c:v>
                </c:pt>
                <c:pt idx="21">
                  <c:v>Auri_19</c:v>
                </c:pt>
                <c:pt idx="22">
                  <c:v>Auri_20</c:v>
                </c:pt>
                <c:pt idx="23">
                  <c:v>Auri_21</c:v>
                </c:pt>
                <c:pt idx="24">
                  <c:v>Auri_22</c:v>
                </c:pt>
                <c:pt idx="25">
                  <c:v>Auri_23</c:v>
                </c:pt>
                <c:pt idx="26">
                  <c:v>Auri_24</c:v>
                </c:pt>
                <c:pt idx="27">
                  <c:v>Auri_25</c:v>
                </c:pt>
                <c:pt idx="28">
                  <c:v>Auri_26</c:v>
                </c:pt>
                <c:pt idx="29">
                  <c:v>Auri_27</c:v>
                </c:pt>
                <c:pt idx="30">
                  <c:v>Auri_28</c:v>
                </c:pt>
                <c:pt idx="31">
                  <c:v>Auri_29</c:v>
                </c:pt>
                <c:pt idx="32">
                  <c:v>Auri_30</c:v>
                </c:pt>
              </c:strCache>
            </c:strRef>
          </c:cat>
          <c:val>
            <c:numRef>
              <c:f>'Diagramme optimiert'!$X$17:$X$49</c:f>
              <c:numCache>
                <c:formatCode>0.0</c:formatCode>
                <c:ptCount val="33"/>
                <c:pt idx="0">
                  <c:v>16.876666666666665</c:v>
                </c:pt>
                <c:pt idx="1">
                  <c:v>-5.2613888888888667</c:v>
                </c:pt>
                <c:pt idx="2">
                  <c:v>13.462222222222209</c:v>
                </c:pt>
                <c:pt idx="3">
                  <c:v>-6.3411111111111111</c:v>
                </c:pt>
                <c:pt idx="4">
                  <c:v>-6.7077777777777712</c:v>
                </c:pt>
                <c:pt idx="5">
                  <c:v>-0.99611111111112649</c:v>
                </c:pt>
                <c:pt idx="6">
                  <c:v>-2.6744444444444397</c:v>
                </c:pt>
                <c:pt idx="7">
                  <c:v>-4.2477777777777703</c:v>
                </c:pt>
                <c:pt idx="8">
                  <c:v>-1.7944444444444443</c:v>
                </c:pt>
                <c:pt idx="9">
                  <c:v>5.5088888888888903</c:v>
                </c:pt>
                <c:pt idx="10">
                  <c:v>-5.647777777777776</c:v>
                </c:pt>
                <c:pt idx="11">
                  <c:v>-2.6011111111111092</c:v>
                </c:pt>
                <c:pt idx="12">
                  <c:v>6.1988888888888951</c:v>
                </c:pt>
                <c:pt idx="13">
                  <c:v>5.0022222222222226</c:v>
                </c:pt>
                <c:pt idx="14">
                  <c:v>4.7088888888888931</c:v>
                </c:pt>
                <c:pt idx="15">
                  <c:v>-0.25777777777776834</c:v>
                </c:pt>
                <c:pt idx="16">
                  <c:v>-0.67444444444443263</c:v>
                </c:pt>
                <c:pt idx="17">
                  <c:v>-3.4744444444444511</c:v>
                </c:pt>
                <c:pt idx="18">
                  <c:v>-4.521111111111118</c:v>
                </c:pt>
                <c:pt idx="19">
                  <c:v>-3.7344444444444349</c:v>
                </c:pt>
                <c:pt idx="20">
                  <c:v>-2.4044444444444366</c:v>
                </c:pt>
                <c:pt idx="21">
                  <c:v>-2.0044444444444451</c:v>
                </c:pt>
                <c:pt idx="22">
                  <c:v>-5.2544444444444522</c:v>
                </c:pt>
                <c:pt idx="23">
                  <c:v>10.435555555555567</c:v>
                </c:pt>
                <c:pt idx="24">
                  <c:v>-1.004444444444438</c:v>
                </c:pt>
                <c:pt idx="25">
                  <c:v>4.3155555555555551</c:v>
                </c:pt>
                <c:pt idx="26">
                  <c:v>8.3455555555555776</c:v>
                </c:pt>
                <c:pt idx="27">
                  <c:v>-9.3244444444444454</c:v>
                </c:pt>
                <c:pt idx="28">
                  <c:v>-9.8211111111111222</c:v>
                </c:pt>
                <c:pt idx="29">
                  <c:v>-9.7536111111111055</c:v>
                </c:pt>
                <c:pt idx="30">
                  <c:v>-8.9744444444444227</c:v>
                </c:pt>
                <c:pt idx="31">
                  <c:v>-8.3144444444444474</c:v>
                </c:pt>
                <c:pt idx="32">
                  <c:v>-10.467777777777783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0-4EB8-8512-BE472D042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020495"/>
        <c:axId val="196021935"/>
      </c:barChart>
      <c:catAx>
        <c:axId val="19602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021935"/>
        <c:crosses val="autoZero"/>
        <c:auto val="1"/>
        <c:lblAlgn val="ctr"/>
        <c:lblOffset val="100"/>
        <c:noMultiLvlLbl val="0"/>
      </c:catAx>
      <c:valAx>
        <c:axId val="196021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ΣΔ</a:t>
                </a:r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 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020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0.65016</cdr:x>
      <cdr:y>0.12296</cdr:y>
    </cdr:from>
    <cdr:to>
      <cdr:x>0.68178</cdr:x>
      <cdr:y>0.18628</cdr:y>
    </cdr:to>
    <cdr:sp macro="" textlink="">
      <cdr:nvSpPr>
        <cdr:cNvPr id="2" name="Star: 5 Points 1">
          <a:extLst xmlns:a="http://schemas.openxmlformats.org/drawingml/2006/main">
            <a:ext uri="{FF2B5EF4-FFF2-40B4-BE49-F238E27FC236}">
              <a16:creationId xmlns:a16="http://schemas.microsoft.com/office/drawing/2014/main" id="{6F035340-17E1-878F-A7BB-8A25B75ACC82}"/>
            </a:ext>
          </a:extLst>
        </cdr:cNvPr>
        <cdr:cNvSpPr/>
      </cdr:nvSpPr>
      <cdr:spPr>
        <a:xfrm xmlns:a="http://schemas.openxmlformats.org/drawingml/2006/main">
          <a:off x="5717024" y="467713"/>
          <a:ext cx="277978" cy="240843"/>
        </a:xfrm>
        <a:prstGeom xmlns:a="http://schemas.openxmlformats.org/drawingml/2006/main" prst="star5">
          <a:avLst/>
        </a:prstGeom>
        <a:solidFill xmlns:a="http://schemas.openxmlformats.org/drawingml/2006/main">
          <a:srgbClr val="00B05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lIns="180000" tIns="144000" rIns="180000" bIns="144000" rtlCol="0" anchor="t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0.83449</cdr:x>
      <cdr:y>0.19967</cdr:y>
    </cdr:from>
    <cdr:to>
      <cdr:x>0.8661</cdr:x>
      <cdr:y>0.26299</cdr:y>
    </cdr:to>
    <cdr:sp macro="" textlink="">
      <cdr:nvSpPr>
        <cdr:cNvPr id="3" name="Star: 5 Points 2">
          <a:extLst xmlns:a="http://schemas.openxmlformats.org/drawingml/2006/main">
            <a:ext uri="{FF2B5EF4-FFF2-40B4-BE49-F238E27FC236}">
              <a16:creationId xmlns:a16="http://schemas.microsoft.com/office/drawing/2014/main" id="{C6D4F0C1-0207-ACFE-FA2E-95DF1DCA8DF4}"/>
            </a:ext>
          </a:extLst>
        </cdr:cNvPr>
        <cdr:cNvSpPr/>
      </cdr:nvSpPr>
      <cdr:spPr>
        <a:xfrm xmlns:a="http://schemas.openxmlformats.org/drawingml/2006/main">
          <a:off x="7337837" y="759499"/>
          <a:ext cx="277978" cy="240843"/>
        </a:xfrm>
        <a:prstGeom xmlns:a="http://schemas.openxmlformats.org/drawingml/2006/main" prst="star5">
          <a:avLst/>
        </a:prstGeom>
        <a:solidFill xmlns:a="http://schemas.openxmlformats.org/drawingml/2006/main">
          <a:srgbClr val="00B05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180000" tIns="144000" rIns="180000" bIns="144000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0.65016</cdr:x>
      <cdr:y>0.12296</cdr:y>
    </cdr:from>
    <cdr:to>
      <cdr:x>0.68178</cdr:x>
      <cdr:y>0.18628</cdr:y>
    </cdr:to>
    <cdr:sp macro="" textlink="">
      <cdr:nvSpPr>
        <cdr:cNvPr id="2" name="Star: 5 Points 1">
          <a:extLst xmlns:a="http://schemas.openxmlformats.org/drawingml/2006/main">
            <a:ext uri="{FF2B5EF4-FFF2-40B4-BE49-F238E27FC236}">
              <a16:creationId xmlns:a16="http://schemas.microsoft.com/office/drawing/2014/main" id="{6F035340-17E1-878F-A7BB-8A25B75ACC82}"/>
            </a:ext>
          </a:extLst>
        </cdr:cNvPr>
        <cdr:cNvSpPr/>
      </cdr:nvSpPr>
      <cdr:spPr>
        <a:xfrm xmlns:a="http://schemas.openxmlformats.org/drawingml/2006/main">
          <a:off x="5717024" y="467713"/>
          <a:ext cx="277978" cy="240843"/>
        </a:xfrm>
        <a:prstGeom xmlns:a="http://schemas.openxmlformats.org/drawingml/2006/main" prst="star5">
          <a:avLst/>
        </a:prstGeom>
        <a:solidFill xmlns:a="http://schemas.openxmlformats.org/drawingml/2006/main">
          <a:srgbClr val="00B05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lIns="180000" tIns="144000" rIns="180000" bIns="144000" rtlCol="0" anchor="t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0.83449</cdr:x>
      <cdr:y>0.19967</cdr:y>
    </cdr:from>
    <cdr:to>
      <cdr:x>0.8661</cdr:x>
      <cdr:y>0.26299</cdr:y>
    </cdr:to>
    <cdr:sp macro="" textlink="">
      <cdr:nvSpPr>
        <cdr:cNvPr id="3" name="Star: 5 Points 2">
          <a:extLst xmlns:a="http://schemas.openxmlformats.org/drawingml/2006/main">
            <a:ext uri="{FF2B5EF4-FFF2-40B4-BE49-F238E27FC236}">
              <a16:creationId xmlns:a16="http://schemas.microsoft.com/office/drawing/2014/main" id="{C6D4F0C1-0207-ACFE-FA2E-95DF1DCA8DF4}"/>
            </a:ext>
          </a:extLst>
        </cdr:cNvPr>
        <cdr:cNvSpPr/>
      </cdr:nvSpPr>
      <cdr:spPr>
        <a:xfrm xmlns:a="http://schemas.openxmlformats.org/drawingml/2006/main">
          <a:off x="7337837" y="759499"/>
          <a:ext cx="277978" cy="240843"/>
        </a:xfrm>
        <a:prstGeom xmlns:a="http://schemas.openxmlformats.org/drawingml/2006/main" prst="star5">
          <a:avLst/>
        </a:prstGeom>
        <a:solidFill xmlns:a="http://schemas.openxmlformats.org/drawingml/2006/main">
          <a:srgbClr val="00B05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180000" tIns="144000" rIns="180000" bIns="144000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2AD108A-B93D-476C-97D1-532FA7C820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310D62-412C-410A-AAA0-4E5D49329F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74857-E93A-404B-BD8C-92A5C3CF863C}" type="datetimeFigureOut">
              <a:rPr lang="de-DE" smtClean="0">
                <a:latin typeface="Segoe UI" panose="020B0502040204020203" pitchFamily="34" charset="0"/>
              </a:rPr>
              <a:t>14.10.2026</a:t>
            </a:fld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92DAE0-2311-4972-84AD-6A347CDE0E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1FF86D-3363-45E1-9048-5290E10CC3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B4E8B-BF1F-423A-AB25-E744821B17F8}" type="slidenum">
              <a:rPr lang="de-DE" smtClean="0">
                <a:latin typeface="Segoe UI" panose="020B0502040204020203" pitchFamily="34" charset="0"/>
              </a:rPr>
              <a:t>‹#›</a:t>
            </a:fld>
            <a:endParaRPr lang="de-DE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09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Segoe UI" panose="020B050204020402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Segoe UI" panose="020B0502040204020203" pitchFamily="34" charset="0"/>
              </a:defRPr>
            </a:lvl1pPr>
          </a:lstStyle>
          <a:p>
            <a:fld id="{B0D8E98B-53F8-46DC-81BC-9BFFDEE194FB}" type="datetimeFigureOut">
              <a:rPr lang="en-US" noProof="0" smtClean="0"/>
              <a:pPr/>
              <a:t>14/10/2026</a:t>
            </a:fld>
            <a:endParaRPr lang="en-US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630237"/>
            <a:ext cx="5483225" cy="30861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noProof="0" dirty="0"/>
              <a:t>First level, Segoe UI, 12pt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Segoe UI" panose="020B050204020402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Segoe UI" panose="020B0502040204020203" pitchFamily="34" charset="0"/>
              </a:defRPr>
            </a:lvl1pPr>
          </a:lstStyle>
          <a:p>
            <a:fld id="{7CBF4CD1-0CF9-4B7D-A16D-4B6EB45F6A4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0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62000" indent="-162000" algn="l" defTabSz="914400" rtl="0" eaLnBrk="1" latinLnBrk="0" hangingPunct="1">
      <a:buClr>
        <a:schemeClr val="accent1"/>
      </a:buClr>
      <a:buSzPct val="100000"/>
      <a:buFont typeface="Wingdings" panose="05000000000000000000" pitchFamily="2" charset="2"/>
      <a:buChar char="§"/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522000" indent="-162000" algn="l" defTabSz="914400" rtl="0" eaLnBrk="1" latinLnBrk="0" hangingPunct="1">
      <a:buClr>
        <a:schemeClr val="accent1"/>
      </a:buClr>
      <a:buSzPct val="100000"/>
      <a:buFont typeface="GT Flexa Rg" pitchFamily="2" charset="0"/>
      <a:buChar char="–"/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90000" indent="-162000" algn="l" defTabSz="914400" rtl="0" eaLnBrk="1" latinLnBrk="0" hangingPunct="1">
      <a:buClr>
        <a:schemeClr val="accent1"/>
      </a:buClr>
      <a:buSzPct val="100000"/>
      <a:buFont typeface="GT Flexa Rg" pitchFamily="2" charset="0"/>
      <a:buChar char="–"/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458000" indent="-162000" algn="l" defTabSz="914400" rtl="0" eaLnBrk="1" latinLnBrk="0" hangingPunct="1">
      <a:buClr>
        <a:schemeClr val="accent1"/>
      </a:buClr>
      <a:buSzPct val="100000"/>
      <a:buFont typeface="GT Flexa Rg" pitchFamily="2" charset="0"/>
      <a:buChar char="–"/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926000" indent="-162000" algn="l" defTabSz="914400" rtl="0" eaLnBrk="1" latinLnBrk="0" hangingPunct="1">
      <a:buClr>
        <a:schemeClr val="accent1"/>
      </a:buClr>
      <a:buSzPct val="100000"/>
      <a:buFont typeface="GT Flexa Rg" pitchFamily="2" charset="0"/>
      <a:buChar char="–"/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CD8B-36D5-0195-E601-ADF749CB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E43F168-815D-B69D-95E3-E40B0D97E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630238"/>
            <a:ext cx="5483225" cy="30861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028CAA-BA05-4661-FC06-3BC570BD9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2000" indent="-162000" algn="l" defTabSz="685800">
              <a:lnSpc>
                <a:spcPct val="114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200" dirty="0"/>
              <a:t>21 &amp; 24 for Full-Scale</a:t>
            </a:r>
          </a:p>
          <a:p>
            <a:pPr marL="162000" indent="-162000" algn="l" defTabSz="685800">
              <a:lnSpc>
                <a:spcPct val="114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200" dirty="0"/>
              <a:t>DTA5 </a:t>
            </a:r>
            <a:r>
              <a:rPr lang="de-DE" sz="1200" dirty="0" err="1"/>
              <a:t>Equimolar</a:t>
            </a:r>
            <a:r>
              <a:rPr lang="de-DE" sz="1200" dirty="0"/>
              <a:t> to 150 mg </a:t>
            </a:r>
            <a:r>
              <a:rPr lang="de-DE" sz="1200" dirty="0" err="1"/>
              <a:t>peptide</a:t>
            </a:r>
            <a:r>
              <a:rPr lang="de-DE" sz="1200" dirty="0"/>
              <a:t> </a:t>
            </a:r>
          </a:p>
          <a:p>
            <a:pPr marL="162000" indent="-162000" algn="l" defTabSz="685800">
              <a:lnSpc>
                <a:spcPct val="114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200" dirty="0"/>
              <a:t>4,5 % teq. DTA 2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F656C8-6209-673D-FB2C-D91BBA58C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F4CD1-0CF9-4B7D-A16D-4B6EB45F6A4C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878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Relationship Id="rId4" Type="http://schemas.openxmlformats.org/officeDocument/2006/relationships/image" Target="../media/image1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4" Type="http://schemas.openxmlformats.org/officeDocument/2006/relationships/image" Target="../media/image1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Relationship Id="rId4" Type="http://schemas.openxmlformats.org/officeDocument/2006/relationships/image" Target="../media/image1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9.xml"/><Relationship Id="rId4" Type="http://schemas.openxmlformats.org/officeDocument/2006/relationships/image" Target="../media/image1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4" Type="http://schemas.openxmlformats.org/officeDocument/2006/relationships/image" Target="../media/image1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1.xml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2.xml"/><Relationship Id="rId4" Type="http://schemas.openxmlformats.org/officeDocument/2006/relationships/image" Target="../media/image1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3.xml"/><Relationship Id="rId4" Type="http://schemas.openxmlformats.org/officeDocument/2006/relationships/image" Target="../media/image1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Relationship Id="rId4" Type="http://schemas.openxmlformats.org/officeDocument/2006/relationships/image" Target="../media/image1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5.xml"/><Relationship Id="rId4" Type="http://schemas.openxmlformats.org/officeDocument/2006/relationships/image" Target="../media/image1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6.xml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8.xml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9.xml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0.xml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1.xml"/><Relationship Id="rId4" Type="http://schemas.openxmlformats.org/officeDocument/2006/relationships/image" Target="../media/image1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2.xml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3.xml"/><Relationship Id="rId4" Type="http://schemas.openxmlformats.org/officeDocument/2006/relationships/image" Target="../media/image1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4.xml"/><Relationship Id="rId4" Type="http://schemas.openxmlformats.org/officeDocument/2006/relationships/image" Target="../media/image1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5.xml"/><Relationship Id="rId4" Type="http://schemas.openxmlformats.org/officeDocument/2006/relationships/image" Target="../media/image1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6.xml"/><Relationship Id="rId4" Type="http://schemas.openxmlformats.org/officeDocument/2006/relationships/image" Target="../media/image1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7.xml"/><Relationship Id="rId4" Type="http://schemas.openxmlformats.org/officeDocument/2006/relationships/image" Target="../media/image1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8.xml"/><Relationship Id="rId4" Type="http://schemas.openxmlformats.org/officeDocument/2006/relationships/image" Target="../media/image1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9.xml"/><Relationship Id="rId4" Type="http://schemas.openxmlformats.org/officeDocument/2006/relationships/image" Target="../media/image1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0.xml"/><Relationship Id="rId4" Type="http://schemas.openxmlformats.org/officeDocument/2006/relationships/image" Target="../media/image1.emf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1.xml"/><Relationship Id="rId4" Type="http://schemas.openxmlformats.org/officeDocument/2006/relationships/image" Target="../media/image1.emf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2.xml"/><Relationship Id="rId4" Type="http://schemas.openxmlformats.org/officeDocument/2006/relationships/image" Target="../media/image1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4" Type="http://schemas.openxmlformats.org/officeDocument/2006/relationships/image" Target="../media/image1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4.xml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5.xml"/><Relationship Id="rId4" Type="http://schemas.openxmlformats.org/officeDocument/2006/relationships/image" Target="../media/image1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6.xml"/><Relationship Id="rId4" Type="http://schemas.openxmlformats.org/officeDocument/2006/relationships/image" Target="../media/image1.emf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out picture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16752D80-65D7-41FB-9C4B-3947D0C436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7967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16752D80-65D7-41FB-9C4B-3947D0C43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89F91883-D766-4AAC-90B7-69A91534ED46}"/>
              </a:ext>
            </a:extLst>
          </p:cNvPr>
          <p:cNvSpPr/>
          <p:nvPr userDrawn="1"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/>
          <a:lstStyle/>
          <a:p>
            <a:pPr algn="l"/>
            <a:endParaRPr lang="en-US" sz="12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00038" y="792000"/>
            <a:ext cx="6858000" cy="1731243"/>
          </a:xfrm>
        </p:spPr>
        <p:txBody>
          <a:bodyPr vert="horz" anchor="t">
            <a:spAutoFit/>
          </a:bodyPr>
          <a:lstStyle>
            <a:lvl1pPr algn="l" rtl="0">
              <a:lnSpc>
                <a:spcPts val="45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PrEsentation</a:t>
            </a:r>
            <a:r>
              <a:rPr lang="en-US" dirty="0"/>
              <a:t> title, Segoe UI, 45pt, </a:t>
            </a:r>
            <a:br>
              <a:rPr lang="en-US" dirty="0"/>
            </a:br>
            <a:r>
              <a:rPr lang="en-US" dirty="0"/>
              <a:t>max. three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00038" y="2711435"/>
            <a:ext cx="2057681" cy="24212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D74BD4FA-483E-40DF-8079-45B5BE2F7DF2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882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out picture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16752D80-65D7-41FB-9C4B-3947D0C436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02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16752D80-65D7-41FB-9C4B-3947D0C43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89F91883-D766-4AAC-90B7-69A91534ED46}"/>
              </a:ext>
            </a:extLst>
          </p:cNvPr>
          <p:cNvSpPr/>
          <p:nvPr userDrawn="1"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/>
          <a:lstStyle/>
          <a:p>
            <a:pPr algn="l"/>
            <a:endParaRPr lang="en-US" sz="12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00038" y="792000"/>
            <a:ext cx="6858000" cy="1731243"/>
          </a:xfrm>
        </p:spPr>
        <p:txBody>
          <a:bodyPr vert="horz" anchor="t">
            <a:spAutoFit/>
          </a:bodyPr>
          <a:lstStyle>
            <a:lvl1pPr algn="l" rtl="0">
              <a:lnSpc>
                <a:spcPts val="4500"/>
              </a:lnSpc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PrEsentation</a:t>
            </a:r>
            <a:r>
              <a:rPr lang="en-US" dirty="0"/>
              <a:t> title, Segoe UI, 45pt, </a:t>
            </a:r>
            <a:br>
              <a:rPr lang="en-US" dirty="0"/>
            </a:br>
            <a:r>
              <a:rPr lang="en-US" dirty="0"/>
              <a:t>max. three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D74BD4FA-483E-40DF-8079-45B5BE2F7DF2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B69B33-5E60-4C3B-AAD7-7D7122C27D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00038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37E4806C-BD18-4D90-B0E2-E72442B67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8020050" y="4381363"/>
            <a:ext cx="822325" cy="458502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rtl="0">
              <a:buNone/>
              <a:defRPr sz="100"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998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, red wr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16752D80-65D7-41FB-9C4B-3947D0C436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278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16752D80-65D7-41FB-9C4B-3947D0C43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Grafik 8">
            <a:extLst>
              <a:ext uri="{FF2B5EF4-FFF2-40B4-BE49-F238E27FC236}">
                <a16:creationId xmlns:a16="http://schemas.microsoft.com/office/drawing/2014/main" id="{FD4CCEA9-2FCB-4868-B0FB-5518BA95DE56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9144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7A67207-ECFF-4FE5-8129-B630D87FA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8020050" y="4381363"/>
            <a:ext cx="822325" cy="458502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rtl="0">
              <a:buNone/>
              <a:defRPr sz="100"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00038" y="792000"/>
            <a:ext cx="6858000" cy="1731243"/>
          </a:xfrm>
        </p:spPr>
        <p:txBody>
          <a:bodyPr vert="horz" anchor="t">
            <a:spAutoFit/>
          </a:bodyPr>
          <a:lstStyle>
            <a:lvl1pPr algn="l" rtl="0">
              <a:lnSpc>
                <a:spcPts val="4500"/>
              </a:lnSpc>
              <a:defRPr sz="4500"/>
            </a:lvl1pPr>
          </a:lstStyle>
          <a:p>
            <a:r>
              <a:rPr lang="en-US" dirty="0"/>
              <a:t>Presentation title, Segoe UI, 45pt, </a:t>
            </a:r>
            <a:br>
              <a:rPr lang="en-US" dirty="0"/>
            </a:br>
            <a:r>
              <a:rPr lang="en-US" dirty="0"/>
              <a:t>max. three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00038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</p:spTree>
    <p:extLst>
      <p:ext uri="{BB962C8B-B14F-4D97-AF65-F5344CB8AC3E}">
        <p14:creationId xmlns:p14="http://schemas.microsoft.com/office/powerpoint/2010/main" val="192379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, white wr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0389BCF4-C99D-48D8-9A74-2007D279C2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767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0389BCF4-C99D-48D8-9A74-2007D279C2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Grafik 8">
            <a:extLst>
              <a:ext uri="{FF2B5EF4-FFF2-40B4-BE49-F238E27FC236}">
                <a16:creationId xmlns:a16="http://schemas.microsoft.com/office/drawing/2014/main" id="{FD4CCEA9-2FCB-4868-B0FB-5518BA95DE56}"/>
              </a:ext>
            </a:extLst>
          </p:cNvPr>
          <p:cNvSpPr/>
          <p:nvPr userDrawn="1"/>
        </p:nvSpPr>
        <p:spPr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5088"/>
          </a:xfrm>
          <a:solidFill>
            <a:schemeClr val="bg2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7A67207-ECFF-4FE5-8129-B630D87FA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0050" y="4381363"/>
            <a:ext cx="822325" cy="458502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rtl="0">
              <a:buNone/>
              <a:defRPr sz="100"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8" y="792000"/>
            <a:ext cx="6858000" cy="1731243"/>
          </a:xfrm>
        </p:spPr>
        <p:txBody>
          <a:bodyPr vert="horz" anchor="t">
            <a:spAutoFit/>
          </a:bodyPr>
          <a:lstStyle>
            <a:lvl1pPr algn="l" rtl="0">
              <a:lnSpc>
                <a:spcPts val="45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 Segoe UI, 45pt, </a:t>
            </a:r>
            <a:br>
              <a:rPr lang="en-US" dirty="0"/>
            </a:br>
            <a:r>
              <a:rPr lang="en-US" dirty="0"/>
              <a:t>max. three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0038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</p:spTree>
    <p:extLst>
      <p:ext uri="{BB962C8B-B14F-4D97-AF65-F5344CB8AC3E}">
        <p14:creationId xmlns:p14="http://schemas.microsoft.com/office/powerpoint/2010/main" val="129367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, 3:9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B2CD0F60-54F1-4706-9782-ECB2DFD903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4940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B2CD0F60-54F1-4706-9782-ECB2DFD90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8FF86CBD-3364-4092-8856-8EC6D722C1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97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2DB44EF-00C9-40A1-81CF-7324F4B990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0422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2DB44EF-00C9-40A1-81CF-7324F4B990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033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768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3B413B13-55F7-41C0-B98C-884160742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3E68A076-ECA3-4C3F-8ACE-FCDA132B0E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46292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7560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6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0305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4CA9CA93-6B6D-4933-A4DB-3993CCDEF51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499F140C-09BF-423D-A0CC-184EF5A56D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53136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6093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7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58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ED7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C7FC146F-8647-4DFB-A98F-1133452643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D01BF756-A092-4664-A90D-C8A1CD33A9C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19066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8664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ED7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84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1479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175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F6E67D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AB3D9F52-0B6D-4547-AF18-EBEAA3D5E5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EDD65B7E-6040-41A8-A16D-05D3AEB068A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125718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7576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175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F6E67D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8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304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6E6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175641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9E3449E0-CEB3-4C53-976C-0734C47EA55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DB6C3185-E1E7-43BF-BD7C-7DF1B7768D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254730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9716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6E6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175641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866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0143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3180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DFEBC2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5A4EA6A3-1751-425A-9487-70CE502884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277825A-FEB6-4466-BA6B-EBB1C70D318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963552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1547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3180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DFEBC2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5017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5036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FE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318096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BA0DD509-B738-4671-8F78-20AAE2CDA5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FAABEB8-81DC-419C-8394-06085D9E248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71847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6530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FE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318096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4052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0838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87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F4C59E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A91B005A-8220-48D4-B553-056F8953FC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3CD252B3-C0F4-4966-ABC7-4D25D3A9CA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143003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7393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87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F4C59E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70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75920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4C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871964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8C3FDDC2-8DC2-466D-9F5C-90CA7A4923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77F7A5A2-C1FC-4B22-A850-FB8A5DF6235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1659820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07878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4C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871964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62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614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A2E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69008C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21BE8A37-8162-4CAE-BD0C-5619002136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8DDB3A38-E08B-4242-9771-6BD1A596F9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237897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666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A2E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69008C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85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328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69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A2ECBA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9E0B457A-2C7B-4D8B-B0CE-5A239865D5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B0B4E035-3347-4C5E-8B56-4A09B3AF5A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101218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0944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69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A2ECBA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652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674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005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E8E200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57DA8024-86D7-42BE-9453-625CDA9BDA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4EC617B1-073A-444A-AC02-4ADF3782DE5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4520721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54661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005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E8E200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899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6494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005FBE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40616784-71D5-4539-BD85-050D2DF5C3B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5814BA38-9E60-4374-ADCB-F7D6526F81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755541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3383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005FBE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27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64106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BA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28325A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2D539E2E-F4B3-4C70-ACF7-A9231130E3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D18D4241-549D-43A0-8E29-A01969CE919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1240542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394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BA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28325A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662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:9, Variatio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BD514C2-2A29-47C4-8020-4382A623DB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357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BD514C2-2A29-47C4-8020-4382A623D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283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636520" y="792000"/>
            <a:ext cx="5481955" cy="2051844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4000"/>
              </a:lnSpc>
              <a:defRPr sz="4000">
                <a:solidFill>
                  <a:srgbClr val="FBA700"/>
                </a:solidFill>
              </a:defRPr>
            </a:lvl1pPr>
          </a:lstStyle>
          <a:p>
            <a:r>
              <a:rPr lang="en-US" dirty="0"/>
              <a:t>Presentation title, Segoe UI, 40pt,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636520" y="30162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C344AFA9-4A8E-44CF-8CAF-1B96E944876B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11" name="Bildplatzhalter 14">
            <a:extLst>
              <a:ext uri="{FF2B5EF4-FFF2-40B4-BE49-F238E27FC236}">
                <a16:creationId xmlns:a16="http://schemas.microsoft.com/office/drawing/2014/main" id="{D852C848-C659-49BA-8563-14F594D465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3607068"/>
            <a:ext cx="2319338" cy="153802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54F89500-C6C2-41FE-9AB7-437D988992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-3075"/>
            <a:ext cx="2319338" cy="36114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6593516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0:50, Variatio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F921CF9-B57B-416A-9497-3C9E70F21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36946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F921CF9-B57B-416A-9497-3C9E70F21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E865B6C-B5C0-4F4A-8507-89C27AE9F334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283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4E5A178-E5DB-4533-A3EA-5BA2796023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22520" y="2711435"/>
            <a:ext cx="2146755" cy="2421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98000" tIns="21600" rIns="198000" bIns="21600" anchor="ctr">
            <a:spAutoFit/>
          </a:bodyPr>
          <a:lstStyle>
            <a:lvl1pPr marL="0" indent="0" algn="l" rtl="0">
              <a:buNone/>
              <a:defRPr sz="80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surname, TT Month YYYY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922520" y="792000"/>
            <a:ext cx="3919855" cy="1538883"/>
          </a:xfrm>
        </p:spPr>
        <p:txBody>
          <a:bodyPr vert="horz" wrap="square" anchor="t">
            <a:noAutofit/>
          </a:bodyPr>
          <a:lstStyle>
            <a:lvl1pPr algn="l" rtl="0">
              <a:lnSpc>
                <a:spcPts val="3000"/>
              </a:lnSpc>
              <a:defRPr sz="3000">
                <a:solidFill>
                  <a:srgbClr val="FBA700"/>
                </a:solidFill>
              </a:defRPr>
            </a:lvl1pPr>
          </a:lstStyle>
          <a:p>
            <a:r>
              <a:rPr lang="en-US" dirty="0"/>
              <a:t>Presentation title, Segoe UI, 30pt, </a:t>
            </a:r>
            <a:br>
              <a:rPr lang="en-US" dirty="0"/>
            </a:br>
            <a:r>
              <a:rPr lang="en-US" dirty="0"/>
              <a:t>max. four lines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48ABBCCE-4884-469A-AF5A-A775CB4FE839}"/>
              </a:ext>
            </a:extLst>
          </p:cNvPr>
          <p:cNvSpPr/>
          <p:nvPr userDrawn="1"/>
        </p:nvSpPr>
        <p:spPr bwMode="gray">
          <a:xfrm>
            <a:off x="8020050" y="4381363"/>
            <a:ext cx="822325" cy="458501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8599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red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E814652-240D-4F3F-B8D8-CF0E1C51C8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44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E814652-240D-4F3F-B8D8-CF0E1C51C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4F31E03E-0B84-42DF-96D6-866220F9066A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7A679F-C7D2-4BA6-A63E-287E73B66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Agenda, Segoe UI, 24pt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F1B3BC-E1C5-495F-B01F-658F5D13A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9B6B11-6DED-47D3-B608-B7871E83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84B4407D-2B3F-4077-A520-E90EBFC11948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93D90E7-A664-4226-8164-AD537C10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7" y="1492250"/>
            <a:ext cx="7091363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27D352A-1990-4E23-B2FC-3A6ECBA037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7" y="1904999"/>
            <a:ext cx="7091363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399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red,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E814652-240D-4F3F-B8D8-CF0E1C51C8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7558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E814652-240D-4F3F-B8D8-CF0E1C51C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4F31E03E-0B84-42DF-96D6-866220F9066A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7A679F-C7D2-4BA6-A63E-287E73B66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5641180" cy="615553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Agenda, Segoe UI, 24pt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F1B3BC-E1C5-495F-B01F-658F5D13A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9B6B11-6DED-47D3-B608-B7871E83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84B4407D-2B3F-4077-A520-E90EBFC11948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93D90E7-A664-4226-8164-AD537C10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8" y="1492250"/>
            <a:ext cx="21717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27D352A-1990-4E23-B2FC-3A6ECBA037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8" y="1904999"/>
            <a:ext cx="21717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F7F08D6-CCB1-4EE6-B8BB-4FBC4A8569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195638" y="1492250"/>
            <a:ext cx="2176462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2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1EE2EFD-A7A9-4EBA-AB73-3F7AC5BF72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195638" y="1904999"/>
            <a:ext cx="2176462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00	Topic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F18E8CB-CD03-40C6-B7D1-87326F397A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3048000" cy="514508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0460794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red, 3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E814652-240D-4F3F-B8D8-CF0E1C51C8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44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E814652-240D-4F3F-B8D8-CF0E1C51C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4F31E03E-0B84-42DF-96D6-866220F9066A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7A679F-C7D2-4BA6-A63E-287E73B66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Agenda, Segoe UI, 24pt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F1B3BC-E1C5-495F-B01F-658F5D13A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9B6B11-6DED-47D3-B608-B7871E83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84B4407D-2B3F-4077-A520-E90EBFC11948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93D90E7-A664-4226-8164-AD537C10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8" y="1492250"/>
            <a:ext cx="21717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27D352A-1990-4E23-B2FC-3A6ECBA037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8" y="1904999"/>
            <a:ext cx="21717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F7F08D6-CCB1-4EE6-B8BB-4FBC4A8569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195638" y="1492250"/>
            <a:ext cx="2176462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2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1EE2EFD-A7A9-4EBA-AB73-3F7AC5BF72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195638" y="1904999"/>
            <a:ext cx="2176462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6528EAF-06EF-4E10-9756-97CCFAF215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096000" y="1492250"/>
            <a:ext cx="2174876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3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66E84559-1973-4240-B47D-733F095B87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096000" y="1904999"/>
            <a:ext cx="2174875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560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red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8">
            <a:extLst>
              <a:ext uri="{FF2B5EF4-FFF2-40B4-BE49-F238E27FC236}">
                <a16:creationId xmlns:a16="http://schemas.microsoft.com/office/drawing/2014/main" id="{681CA2B5-B3EC-EFD0-0165-287FB94747FE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E814652-240D-4F3F-B8D8-CF0E1C51C8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44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E814652-240D-4F3F-B8D8-CF0E1C51C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87A679F-C7D2-4BA6-A63E-287E73B66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Agenda, Segoe UI, 24pt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F1B3BC-E1C5-495F-B01F-658F5D13A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9B6B11-6DED-47D3-B608-B7871E83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84B4407D-2B3F-4077-A520-E90EBFC11948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E9C5768F-A271-0CD9-016B-E33207FD36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8" y="1492250"/>
            <a:ext cx="14478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51BC0A0F-BCA0-884E-FEC9-058147DBD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8" y="1904999"/>
            <a:ext cx="14478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4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 Topic</a:t>
            </a:r>
          </a:p>
          <a:p>
            <a:pPr lvl="0"/>
            <a:endParaRPr lang="en-US" dirty="0"/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30BF5F6B-6587-BDA8-247B-5561F18202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069108" y="1492250"/>
            <a:ext cx="14478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2</a:t>
            </a: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A2E040A5-7BEB-D530-C6AA-370B415C84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069108" y="1904999"/>
            <a:ext cx="14478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4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 Topic</a:t>
            </a:r>
          </a:p>
          <a:p>
            <a:pPr lvl="0"/>
            <a:endParaRPr lang="en-US" dirty="0"/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9D549421-13D5-1A97-7588-7756D665CB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850878" y="1498601"/>
            <a:ext cx="14478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3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BC5DC18-F45D-484B-99C2-E4D52B69F6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850878" y="1911350"/>
            <a:ext cx="14478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4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 Topic</a:t>
            </a:r>
          </a:p>
          <a:p>
            <a:pPr lvl="0"/>
            <a:endParaRPr lang="en-US" dirty="0"/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3CE7AE54-6D0D-3CE5-41E0-4CC80C2443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619254" y="1498600"/>
            <a:ext cx="14478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4</a:t>
            </a: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86F0B5B2-D93A-A803-4782-3186BCD252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619254" y="1911349"/>
            <a:ext cx="14478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4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 Topic</a:t>
            </a:r>
          </a:p>
          <a:p>
            <a:pPr lvl="0"/>
            <a:endParaRPr lang="en-US" dirty="0"/>
          </a:p>
        </p:txBody>
      </p:sp>
      <p:sp>
        <p:nvSpPr>
          <p:cNvPr id="32" name="Textplatzhalter 12">
            <a:extLst>
              <a:ext uri="{FF2B5EF4-FFF2-40B4-BE49-F238E27FC236}">
                <a16:creationId xmlns:a16="http://schemas.microsoft.com/office/drawing/2014/main" id="{C2FD2604-576A-5D04-1FC5-EC66519248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7393633" y="1498600"/>
            <a:ext cx="1447800" cy="25109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Category 5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DFF3E3DD-53BE-A21A-0CC1-229C83FF6F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393633" y="1911349"/>
            <a:ext cx="1447800" cy="2466975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4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 Topic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4899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red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2E814652-240D-4F3F-B8D8-CF0E1C51C8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44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2E814652-240D-4F3F-B8D8-CF0E1C51C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4F31E03E-0B84-42DF-96D6-866220F9066A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7A679F-C7D2-4BA6-A63E-287E73B66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Agenda, Segoe UI, 24pt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F1B3BC-E1C5-495F-B01F-658F5D13A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9B6B11-6DED-47D3-B608-B7871E83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84B4407D-2B3F-4077-A520-E90EBFC11948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27D352A-1990-4E23-B2FC-3A6ECBA037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8" y="1492251"/>
            <a:ext cx="2171700" cy="2879724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1EE2EFD-A7A9-4EBA-AB73-3F7AC5BF72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195638" y="1492251"/>
            <a:ext cx="2176462" cy="2879724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66E84559-1973-4240-B47D-733F095B87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096000" y="1492251"/>
            <a:ext cx="2174875" cy="2879724"/>
          </a:xfrm>
        </p:spPr>
        <p:txBody>
          <a:bodyPr>
            <a:noAutofit/>
          </a:bodyPr>
          <a:lstStyle>
            <a:lvl1pPr marL="0" indent="0" rtl="0">
              <a:spcAft>
                <a:spcPts val="900"/>
              </a:spcAft>
              <a:buNone/>
              <a:tabLst>
                <a:tab pos="723900" algn="l"/>
              </a:tabLst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l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SzPct val="100000"/>
              <a:buFont typeface="GT Flexa Rg" pitchFamily="2" charset="0"/>
              <a:buNone/>
              <a:tabLst>
                <a:tab pos="723900" algn="l"/>
              </a:tabLst>
              <a:defRPr/>
            </a:pPr>
            <a:r>
              <a:rPr lang="en-US" dirty="0"/>
              <a:t>00	Topic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109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0AB7100B-7991-48A5-9EB9-E14CDAF885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486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0AB7100B-7991-48A5-9EB9-E14CDAF88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AEC7E7D-A48B-4845-9B3C-BCF4ED6EB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</p:spTree>
    <p:extLst>
      <p:ext uri="{BB962C8B-B14F-4D97-AF65-F5344CB8AC3E}">
        <p14:creationId xmlns:p14="http://schemas.microsoft.com/office/powerpoint/2010/main" val="18389829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0AB7100B-7991-48A5-9EB9-E14CDAF885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42482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0AB7100B-7991-48A5-9EB9-E14CDAF88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4A0FEDB5-55F9-4E87-8B03-149544ABDF68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AEC7E7D-A48B-4845-9B3C-BCF4ED6EB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9" name="Grafik 8">
            <a:extLst>
              <a:ext uri="{FF2B5EF4-FFF2-40B4-BE49-F238E27FC236}">
                <a16:creationId xmlns:a16="http://schemas.microsoft.com/office/drawing/2014/main" id="{E090A17D-1ADA-4C44-BB80-67CAA3C46B3E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9008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1ABC2A01-E2BE-4156-8757-2C2BD7738E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9168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1ABC2A01-E2BE-4156-8757-2C2BD7738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8" y="1492250"/>
            <a:ext cx="7091362" cy="188321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8" y="1832971"/>
            <a:ext cx="7091362" cy="2539005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087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+ margin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1C2AE64E-F763-43E8-B948-FA922006A3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444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1C2AE64E-F763-43E8-B948-FA922006A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27E887E9-8CA6-4D4B-A36A-AC353E536CE1}"/>
              </a:ext>
            </a:extLst>
          </p:cNvPr>
          <p:cNvSpPr/>
          <p:nvPr userDrawn="1"/>
        </p:nvSpPr>
        <p:spPr bwMode="gray">
          <a:xfrm>
            <a:off x="6096000" y="0"/>
            <a:ext cx="3048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5641180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8" y="1492250"/>
            <a:ext cx="5641180" cy="398827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8" y="2040340"/>
            <a:ext cx="5641180" cy="2331636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algn="l"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82EFB41-8EA9-455E-8500-4970A8B8D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366681" y="275904"/>
            <a:ext cx="2474107" cy="188321"/>
          </a:xfrm>
        </p:spPr>
        <p:txBody>
          <a:bodyPr>
            <a:noAutofit/>
          </a:bodyPr>
          <a:lstStyle>
            <a:lvl1pPr marL="0" indent="0" rtl="0">
              <a:buClr>
                <a:schemeClr val="bg1"/>
              </a:buClr>
              <a:buNone/>
              <a:defRPr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DD6B41F-29EB-4B6E-8D5E-4D58DDEE9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366681" y="642938"/>
            <a:ext cx="2475694" cy="3729038"/>
          </a:xfrm>
        </p:spPr>
        <p:txBody>
          <a:bodyPr/>
          <a:lstStyle>
            <a:lvl1pPr marL="162000" indent="-162000" rtl="0">
              <a:buClr>
                <a:schemeClr val="bg1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rtl="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2960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Grafik 8">
            <a:extLst>
              <a:ext uri="{FF2B5EF4-FFF2-40B4-BE49-F238E27FC236}">
                <a16:creationId xmlns:a16="http://schemas.microsoft.com/office/drawing/2014/main" id="{F64AAAB0-FA74-4B39-A2A7-034416132C8D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53567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+ margin colum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3AA824B-4E89-41EC-8BF6-3AD4211A37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10875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3AA824B-4E89-41EC-8BF6-3AD4211A37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27E887E9-8CA6-4D4B-A36A-AC353E536CE1}"/>
              </a:ext>
            </a:extLst>
          </p:cNvPr>
          <p:cNvSpPr/>
          <p:nvPr userDrawn="1"/>
        </p:nvSpPr>
        <p:spPr bwMode="gray">
          <a:xfrm>
            <a:off x="6096000" y="0"/>
            <a:ext cx="3048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5641180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8" y="1492250"/>
            <a:ext cx="5641180" cy="398827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00038" y="2040340"/>
            <a:ext cx="5641180" cy="2331636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algn="l"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Grafik 8">
            <a:extLst>
              <a:ext uri="{FF2B5EF4-FFF2-40B4-BE49-F238E27FC236}">
                <a16:creationId xmlns:a16="http://schemas.microsoft.com/office/drawing/2014/main" id="{F64AAAB0-FA74-4B39-A2A7-034416132C8D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6A4363-F616-4407-B686-AA221CB705E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00" y="0"/>
            <a:ext cx="3048000" cy="2572544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82EFB41-8EA9-455E-8500-4970A8B8D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366681" y="2816698"/>
            <a:ext cx="2474107" cy="188321"/>
          </a:xfrm>
        </p:spPr>
        <p:txBody>
          <a:bodyPr>
            <a:noAutofit/>
          </a:bodyPr>
          <a:lstStyle>
            <a:lvl1pPr marL="0" indent="0" rtl="0">
              <a:buClr>
                <a:schemeClr val="bg1"/>
              </a:buClr>
              <a:buNone/>
              <a:defRPr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DD6B41F-29EB-4B6E-8D5E-4D58DDEE9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366681" y="3183732"/>
            <a:ext cx="2475694" cy="1188244"/>
          </a:xfrm>
        </p:spPr>
        <p:txBody>
          <a:bodyPr/>
          <a:lstStyle>
            <a:lvl1pPr marL="162000" indent="-162000" rtl="0">
              <a:buClr>
                <a:schemeClr val="bg1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rtl="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2960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92656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2337D2E-40FD-4DFC-A64D-11F24C4DE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2956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2337D2E-40FD-4DFC-A64D-11F24C4DE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5641180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8" y="1492250"/>
            <a:ext cx="5641180" cy="398827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8" y="2040340"/>
            <a:ext cx="2743200" cy="2331636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algn="l"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6A4363-F616-4407-B686-AA221CB705E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19900" y="0"/>
            <a:ext cx="23241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457BE55-A82C-43C5-BC22-EC149179F2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95638" y="2040339"/>
            <a:ext cx="2743200" cy="2331635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Ebene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15174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B2BA29D9-2E45-4D20-9CC6-912FB35995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4451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B2BA29D9-2E45-4D20-9CC6-912FB35995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1B1C7942-B3D3-4A92-ADA0-4EE61A866B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46612" y="0"/>
            <a:ext cx="44973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3919060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8" y="1492250"/>
            <a:ext cx="3919060" cy="188321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8" y="1832971"/>
            <a:ext cx="3919060" cy="2539005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53926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58230CB-E2F4-40C5-9C78-3586D0387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074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58230CB-E2F4-40C5-9C78-3586D0387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2061ABB-95F0-4F98-908C-BBEE7A944E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5088"/>
          </a:xfrm>
          <a:solidFill>
            <a:schemeClr val="bg2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72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, 9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7C1BA4EA-FFD8-48F8-8F25-E109FBD246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396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7C1BA4EA-FFD8-48F8-8F25-E109FBD246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2061ABB-95F0-4F98-908C-BBEE7A944E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6667500" cy="5145088"/>
          </a:xfrm>
          <a:solidFill>
            <a:schemeClr val="bg2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5641180" cy="615553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EBA6552-EDE0-43A1-872A-5D55F492E5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67500" y="0"/>
            <a:ext cx="2476500" cy="5145088"/>
          </a:xfrm>
          <a:solidFill>
            <a:schemeClr val="bg2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8181369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margin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2ED29FA0-F976-4260-84A2-6CE203644F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9217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2ED29FA0-F976-4260-84A2-6CE203644F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0B63E13F-EA80-4906-83BE-4F928DDD7D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0"/>
            <a:ext cx="6668306" cy="5145088"/>
          </a:xfrm>
          <a:solidFill>
            <a:schemeClr val="bg2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7E887E9-8CA6-4D4B-A36A-AC353E536CE1}"/>
              </a:ext>
            </a:extLst>
          </p:cNvPr>
          <p:cNvSpPr/>
          <p:nvPr userDrawn="1"/>
        </p:nvSpPr>
        <p:spPr bwMode="gray">
          <a:xfrm>
            <a:off x="6668306" y="0"/>
            <a:ext cx="2475694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5641180" cy="615553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82EFB41-8EA9-455E-8500-4970A8B8D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971912" y="275904"/>
            <a:ext cx="1868876" cy="188321"/>
          </a:xfrm>
        </p:spPr>
        <p:txBody>
          <a:bodyPr>
            <a:noAutofit/>
          </a:bodyPr>
          <a:lstStyle>
            <a:lvl1pPr marL="0" indent="0" rtl="0">
              <a:buClr>
                <a:schemeClr val="bg1"/>
              </a:buClr>
              <a:buNone/>
              <a:defRPr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Title, Segoe UI, 12pt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DD6B41F-29EB-4B6E-8D5E-4D58DDEE9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972299" y="642938"/>
            <a:ext cx="1870075" cy="3729038"/>
          </a:xfrm>
        </p:spPr>
        <p:txBody>
          <a:bodyPr/>
          <a:lstStyle>
            <a:lvl1pPr marL="162000" indent="-162000" rtl="0">
              <a:buClr>
                <a:schemeClr val="bg1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rtl="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2960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Grafik 8">
            <a:extLst>
              <a:ext uri="{FF2B5EF4-FFF2-40B4-BE49-F238E27FC236}">
                <a16:creationId xmlns:a16="http://schemas.microsoft.com/office/drawing/2014/main" id="{F64AAAB0-FA74-4B39-A2A7-034416132C8D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578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 +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E3FC7EB-ADE5-443B-9A42-367A15378C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238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E3FC7EB-ADE5-443B-9A42-367A15378C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5641180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8" y="1492250"/>
            <a:ext cx="5641180" cy="398827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8" y="2040340"/>
            <a:ext cx="2743200" cy="2331636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algn="l"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6A4363-F616-4407-B686-AA221CB705E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19900" y="0"/>
            <a:ext cx="2324100" cy="3429000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457BE55-A82C-43C5-BC22-EC149179F2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95638" y="2040339"/>
            <a:ext cx="2743200" cy="2331635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4AD7E66-3095-412B-BE5D-B315C1325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0" y="3429000"/>
            <a:ext cx="2324100" cy="1716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40215527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 + diagr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3AC4753-D114-477D-A7FB-1390A24947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5486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3AC4753-D114-477D-A7FB-1390A2494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2DFC6AEF-AFA5-48E1-B0A3-DACBC3757E16}"/>
              </a:ext>
            </a:extLst>
          </p:cNvPr>
          <p:cNvSpPr/>
          <p:nvPr userDrawn="1"/>
        </p:nvSpPr>
        <p:spPr>
          <a:xfrm>
            <a:off x="4572001" y="0"/>
            <a:ext cx="4572000" cy="5145088"/>
          </a:xfrm>
          <a:prstGeom prst="rect">
            <a:avLst/>
          </a:prstGeom>
          <a:solidFill>
            <a:srgbClr val="FA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4194968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8" y="1492250"/>
            <a:ext cx="4194968" cy="398827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8" y="2040340"/>
            <a:ext cx="4194968" cy="2331636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algn="l"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54E4E41-C1A8-4AFE-89E9-54339DC330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1101" y="306387"/>
            <a:ext cx="3851274" cy="188321"/>
          </a:xfrm>
        </p:spPr>
        <p:txBody>
          <a:bodyPr>
            <a:noAutofit/>
          </a:bodyPr>
          <a:lstStyle>
            <a:lvl1pPr marL="0" indent="0" rtl="0">
              <a:buNone/>
              <a:defRPr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Diagram title, Segoe UI, 12pt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44D4C68-FDFC-4FE6-A3A0-24378231AC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91101" y="652858"/>
            <a:ext cx="3851274" cy="265907"/>
          </a:xfrm>
        </p:spPr>
        <p:txBody>
          <a:bodyPr>
            <a:noAutofit/>
          </a:bodyPr>
          <a:lstStyle>
            <a:lvl1pPr marL="0" indent="0" rtl="0">
              <a:buNone/>
              <a:defRPr sz="800"/>
            </a:lvl1pPr>
          </a:lstStyle>
          <a:p>
            <a:pPr lvl="0"/>
            <a:r>
              <a:rPr lang="en-US" dirty="0"/>
              <a:t>Description Diagram, Segoe UI, 8pt</a:t>
            </a:r>
          </a:p>
        </p:txBody>
      </p:sp>
      <p:sp>
        <p:nvSpPr>
          <p:cNvPr id="15" name="Diagrammplatzhalter 14">
            <a:extLst>
              <a:ext uri="{FF2B5EF4-FFF2-40B4-BE49-F238E27FC236}">
                <a16:creationId xmlns:a16="http://schemas.microsoft.com/office/drawing/2014/main" id="{20B37BD7-45FF-41A0-AB59-B76A319E6D94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4991100" y="1076916"/>
            <a:ext cx="3851273" cy="3295060"/>
          </a:xfrm>
        </p:spPr>
        <p:txBody>
          <a:bodyPr/>
          <a:lstStyle>
            <a:lvl1pPr marL="0" indent="0" rtl="0">
              <a:buNone/>
              <a:defRPr sz="800"/>
            </a:lvl1pPr>
          </a:lstStyle>
          <a:p>
            <a:r>
              <a:rPr lang="en-US" dirty="0"/>
              <a:t>Create diagram by clicking on the icon</a:t>
            </a:r>
          </a:p>
        </p:txBody>
      </p:sp>
      <p:sp>
        <p:nvSpPr>
          <p:cNvPr id="12" name="Grafik 8">
            <a:extLst>
              <a:ext uri="{FF2B5EF4-FFF2-40B4-BE49-F238E27FC236}">
                <a16:creationId xmlns:a16="http://schemas.microsoft.com/office/drawing/2014/main" id="{13D4DFC2-F6C7-49FF-AB28-76635678DC07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07513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Dia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EF165371-590F-40AB-9425-F5684413E1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4118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EF165371-590F-40AB-9425-F5684413E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618DC39-80CC-4F5E-8FB8-24DAE4535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7A86BD-6A47-4B6A-BA1B-DCCC0C012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879D3C-EBE0-4AE4-8301-1247E1CF7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iagrammplatzhalter 5">
            <a:extLst>
              <a:ext uri="{FF2B5EF4-FFF2-40B4-BE49-F238E27FC236}">
                <a16:creationId xmlns:a16="http://schemas.microsoft.com/office/drawing/2014/main" id="{518B60FF-2FC8-470D-A7A3-EC2AD45DA3B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 bwMode="gray">
          <a:xfrm>
            <a:off x="300038" y="1492250"/>
            <a:ext cx="2743200" cy="287972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Create diagram by clicking on the icon</a:t>
            </a:r>
          </a:p>
        </p:txBody>
      </p:sp>
      <p:sp>
        <p:nvSpPr>
          <p:cNvPr id="8" name="Diagrammplatzhalter 7">
            <a:extLst>
              <a:ext uri="{FF2B5EF4-FFF2-40B4-BE49-F238E27FC236}">
                <a16:creationId xmlns:a16="http://schemas.microsoft.com/office/drawing/2014/main" id="{F3C30865-6727-4E30-BE8D-6E3CE051C0A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 bwMode="gray">
          <a:xfrm>
            <a:off x="3195638" y="1492250"/>
            <a:ext cx="2743200" cy="287972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Create diagram by clicking on the icon</a:t>
            </a:r>
          </a:p>
        </p:txBody>
      </p:sp>
      <p:sp>
        <p:nvSpPr>
          <p:cNvPr id="10" name="Diagrammplatzhalter 9">
            <a:extLst>
              <a:ext uri="{FF2B5EF4-FFF2-40B4-BE49-F238E27FC236}">
                <a16:creationId xmlns:a16="http://schemas.microsoft.com/office/drawing/2014/main" id="{0A7EB19F-EEBD-412C-AC27-DD00650D0913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 bwMode="gray">
          <a:xfrm>
            <a:off x="6100763" y="1492250"/>
            <a:ext cx="2743200" cy="287972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Create diagram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2701712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68CB916D-D210-4BC5-AA19-30E94CD9E5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6329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68CB916D-D210-4BC5-AA19-30E94CD9E5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0CFC28F-EC47-4DDB-8C5D-03309FB3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EFA14A-D6E7-47FF-924E-E4CB909803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0A9710-C66C-461A-BEF7-CAD1B717F3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abellenplatzhalter 5">
            <a:extLst>
              <a:ext uri="{FF2B5EF4-FFF2-40B4-BE49-F238E27FC236}">
                <a16:creationId xmlns:a16="http://schemas.microsoft.com/office/drawing/2014/main" id="{B7A2A10A-2613-4F52-86A9-C634AD0C4E6E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300038" y="1492250"/>
            <a:ext cx="8542337" cy="287972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Create table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1511595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C17D092-076B-4C8E-ACAE-CBD429D296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9164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C17D092-076B-4C8E-ACAE-CBD429D29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2DFC6AEF-AFA5-48E1-B0A3-DACBC3757E16}"/>
              </a:ext>
            </a:extLst>
          </p:cNvPr>
          <p:cNvSpPr/>
          <p:nvPr userDrawn="1"/>
        </p:nvSpPr>
        <p:spPr>
          <a:xfrm>
            <a:off x="4572001" y="0"/>
            <a:ext cx="4572000" cy="51450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4194968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9007340-05A2-41EA-A606-71FD79D2BC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8" y="1492250"/>
            <a:ext cx="4194968" cy="398827"/>
          </a:xfrm>
        </p:spPr>
        <p:txBody>
          <a:bodyPr>
            <a:noAutofit/>
          </a:bodyPr>
          <a:lstStyle>
            <a:lvl1pPr marL="0" indent="0" rtl="0">
              <a:buNone/>
              <a:defRPr b="1">
                <a:solidFill>
                  <a:schemeClr val="accent1"/>
                </a:solidFill>
                <a:latin typeface="+mj-lt"/>
                <a:ea typeface="GT Flexa Bl" pitchFamily="2" charset="0"/>
                <a:cs typeface="GT Flexa Bl" pitchFamily="2" charset="0"/>
              </a:defRPr>
            </a:lvl1pPr>
          </a:lstStyle>
          <a:p>
            <a:pPr lvl="0"/>
            <a:r>
              <a:rPr lang="en-US" dirty="0"/>
              <a:t>Subtitle, Segoe UI, 12pt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EFB9F6-5AEB-4EF1-B28C-A7BCCA84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8" y="2040340"/>
            <a:ext cx="4194968" cy="2331636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/>
            </a:lvl1pPr>
            <a:lvl2pPr algn="l"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7559CB0D-6B98-425D-BF5E-BB01C79AC836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1700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C17D092-076B-4C8E-ACAE-CBD429D296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3408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C17D092-076B-4C8E-ACAE-CBD429D29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2DFC6AEF-AFA5-48E1-B0A3-DACBC3757E16}"/>
              </a:ext>
            </a:extLst>
          </p:cNvPr>
          <p:cNvSpPr/>
          <p:nvPr userDrawn="1"/>
        </p:nvSpPr>
        <p:spPr>
          <a:xfrm>
            <a:off x="0" y="0"/>
            <a:ext cx="9144001" cy="51450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19" y="303212"/>
            <a:ext cx="8539955" cy="61555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/>
              <a:t>Slide Title, Segoe UI, 24pt, Max. 2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7859EA-314D-49E2-A15A-FC28AC31B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rafik 8">
            <a:extLst>
              <a:ext uri="{FF2B5EF4-FFF2-40B4-BE49-F238E27FC236}">
                <a16:creationId xmlns:a16="http://schemas.microsoft.com/office/drawing/2014/main" id="{39CB7AFC-62B1-4A25-AE97-E2B9062BF220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86743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margin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2ED29FA0-F976-4260-84A2-6CE203644F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8782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2ED29FA0-F976-4260-84A2-6CE203644F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FEAF814B-61FB-4BA3-A28A-7985FCA4803E}"/>
              </a:ext>
            </a:extLst>
          </p:cNvPr>
          <p:cNvSpPr/>
          <p:nvPr userDrawn="1"/>
        </p:nvSpPr>
        <p:spPr>
          <a:xfrm>
            <a:off x="0" y="0"/>
            <a:ext cx="9144001" cy="51450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7E887E9-8CA6-4D4B-A36A-AC353E536CE1}"/>
              </a:ext>
            </a:extLst>
          </p:cNvPr>
          <p:cNvSpPr/>
          <p:nvPr userDrawn="1"/>
        </p:nvSpPr>
        <p:spPr bwMode="gray">
          <a:xfrm>
            <a:off x="6819900" y="0"/>
            <a:ext cx="23241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39AB3A-BB42-4127-A080-2F2121576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5641180" cy="615553"/>
          </a:xfrm>
        </p:spPr>
        <p:txBody>
          <a:bodyPr vert="horz"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EF0FD3-B6E1-4E0A-B30D-B364E5C0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Grafik 8">
            <a:extLst>
              <a:ext uri="{FF2B5EF4-FFF2-40B4-BE49-F238E27FC236}">
                <a16:creationId xmlns:a16="http://schemas.microsoft.com/office/drawing/2014/main" id="{F64AAAB0-FA74-4B39-A2A7-034416132C8D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F6167EC-44E4-4CBB-914D-65AC12E79F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82EFB41-8EA9-455E-8500-4970A8B8D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057696" y="275904"/>
            <a:ext cx="1783333" cy="156902"/>
          </a:xfrm>
        </p:spPr>
        <p:txBody>
          <a:bodyPr>
            <a:noAutofit/>
          </a:bodyPr>
          <a:lstStyle>
            <a:lvl1pPr marL="0" indent="0" rtl="0">
              <a:buClr>
                <a:schemeClr val="bg1"/>
              </a:buClr>
              <a:buNone/>
              <a:defRPr sz="10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Title, Segoe UI, 10pt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DD6B41F-29EB-4B6E-8D5E-4D58DDEE9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7057103" y="585788"/>
            <a:ext cx="1784477" cy="3786188"/>
          </a:xfrm>
        </p:spPr>
        <p:txBody>
          <a:bodyPr/>
          <a:lstStyle>
            <a:lvl1pPr marL="162000" indent="-162000" rtl="0">
              <a:buClr>
                <a:schemeClr val="bg1"/>
              </a:buClr>
              <a:buFont typeface="Wingdings" panose="05000000000000000000" pitchFamily="2" charset="2"/>
              <a:buChar char="§"/>
              <a:defRPr sz="1000">
                <a:solidFill>
                  <a:schemeClr val="bg1"/>
                </a:solidFill>
              </a:defRPr>
            </a:lvl1pPr>
            <a:lvl2pPr rtl="0">
              <a:buClr>
                <a:schemeClr val="bg1"/>
              </a:buClr>
              <a:defRPr sz="1000"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 sz="1000">
                <a:solidFill>
                  <a:schemeClr val="bg1"/>
                </a:solidFill>
              </a:defRPr>
            </a:lvl3pPr>
            <a:lvl4pPr marL="12960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03691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+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7C0F9577-92F1-475C-BAC8-4DAA145E77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827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7C0F9577-92F1-475C-BAC8-4DAA145E77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30D59A4B-5427-4613-A316-5C5C738B1B49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E177734-E4F2-4A8B-8528-BFC692A7991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268986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AE4D0E1-24BE-4A9F-9B0C-319E32F754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89860" y="0"/>
            <a:ext cx="268986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4" name="Grafik 8">
            <a:extLst>
              <a:ext uri="{FF2B5EF4-FFF2-40B4-BE49-F238E27FC236}">
                <a16:creationId xmlns:a16="http://schemas.microsoft.com/office/drawing/2014/main" id="{179908B5-EFBF-44AE-B5F4-6524DE4D1D24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FAAA1064-7CA0-4E22-9F40-41A638ADF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684837" y="298450"/>
            <a:ext cx="3157537" cy="156902"/>
          </a:xfrm>
        </p:spPr>
        <p:txBody>
          <a:bodyPr>
            <a:noAutofit/>
          </a:bodyPr>
          <a:lstStyle>
            <a:lvl1pPr marL="0" indent="0" rtl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Topic, Segoe UI, 10pt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6E806F-FE68-4081-AE5C-2EB33C38C4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84838" y="487045"/>
            <a:ext cx="3157538" cy="3884930"/>
          </a:xfrm>
        </p:spPr>
        <p:txBody>
          <a:bodyPr/>
          <a:lstStyle>
            <a:lvl1pPr marL="0" indent="0" rtl="0">
              <a:lnSpc>
                <a:spcPts val="5200"/>
              </a:lnSpc>
              <a:buNone/>
              <a:defRPr sz="5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Sum Or Number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40EF66-897B-4BCE-8D84-2CEB6D04C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555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s +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E891FA5F-078F-4117-A495-CF038903B8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77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E891FA5F-078F-4117-A495-CF038903B8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7969D756-CEC2-4FF9-80B5-C0874EA7AC56}"/>
              </a:ext>
            </a:extLst>
          </p:cNvPr>
          <p:cNvSpPr/>
          <p:nvPr userDrawn="1"/>
        </p:nvSpPr>
        <p:spPr bwMode="gray">
          <a:xfrm>
            <a:off x="300039" y="2286000"/>
            <a:ext cx="2019299" cy="2085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DA71EEB-5E99-46AD-A947-C6E176BC18E0}"/>
              </a:ext>
            </a:extLst>
          </p:cNvPr>
          <p:cNvSpPr/>
          <p:nvPr userDrawn="1"/>
        </p:nvSpPr>
        <p:spPr bwMode="gray">
          <a:xfrm>
            <a:off x="2319337" y="298448"/>
            <a:ext cx="3052763" cy="1571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95F812-C8DA-4443-B6FB-3D0F7B0BA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2CAEF-25CC-4015-9DE2-7AE7C2A71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96F566D-2A4A-4013-AA0B-632F665A6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00038" y="298449"/>
            <a:ext cx="2019298" cy="1987551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69F2D387-9A87-4B98-80C0-8CD6B9184D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19338" y="1869743"/>
            <a:ext cx="3052762" cy="2502232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0D74127-2F9F-4278-A92B-109CD06EFE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372100" y="298449"/>
            <a:ext cx="3470275" cy="407352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44EBAAAC-9B94-4A0A-859E-57BC1C5229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51882" y="2437606"/>
            <a:ext cx="1715612" cy="156902"/>
          </a:xfrm>
        </p:spPr>
        <p:txBody>
          <a:bodyPr>
            <a:noAutofit/>
          </a:bodyPr>
          <a:lstStyle>
            <a:lvl1pPr marL="0" indent="0" rtl="0">
              <a:buNone/>
              <a:defRPr sz="10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Headline, 10pt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4CF401C-DE73-4E05-B8D1-DB50DE944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51882" y="2741616"/>
            <a:ext cx="1715612" cy="1506534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000"/>
            </a:lvl1pPr>
            <a:lvl2pPr rtl="0">
              <a:defRPr sz="1000"/>
            </a:lvl2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E3EC1BC-B6DD-43BD-AD6F-A77313948A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601872" y="571134"/>
            <a:ext cx="2487693" cy="1025922"/>
          </a:xfrm>
        </p:spPr>
        <p:txBody>
          <a:bodyPr anchor="ctr">
            <a:noAutofit/>
          </a:bodyPr>
          <a:lstStyle>
            <a:lvl1pPr marL="0" indent="0" rtl="0">
              <a:lnSpc>
                <a:spcPts val="4000"/>
              </a:lnSpc>
              <a:buNone/>
              <a:defRPr sz="4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Sum/ Number</a:t>
            </a:r>
          </a:p>
        </p:txBody>
      </p:sp>
    </p:spTree>
    <p:extLst>
      <p:ext uri="{BB962C8B-B14F-4D97-AF65-F5344CB8AC3E}">
        <p14:creationId xmlns:p14="http://schemas.microsoft.com/office/powerpoint/2010/main" val="13405106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s + 3 textboxes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A22DC763-7C98-4BF7-8076-872F267E18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0042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A22DC763-7C98-4BF7-8076-872F267E1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EDA71EEB-5E99-46AD-A947-C6E176BC18E0}"/>
              </a:ext>
            </a:extLst>
          </p:cNvPr>
          <p:cNvSpPr>
            <a:spLocks/>
          </p:cNvSpPr>
          <p:nvPr userDrawn="1"/>
        </p:nvSpPr>
        <p:spPr>
          <a:xfrm>
            <a:off x="3145805" y="1151887"/>
            <a:ext cx="2847600" cy="1522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84D0BC2-2BEA-4984-8BCC-B42A4DD96ABE}"/>
              </a:ext>
            </a:extLst>
          </p:cNvPr>
          <p:cNvSpPr>
            <a:spLocks/>
          </p:cNvSpPr>
          <p:nvPr userDrawn="1"/>
        </p:nvSpPr>
        <p:spPr>
          <a:xfrm>
            <a:off x="5991579" y="2849246"/>
            <a:ext cx="2850796" cy="15227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69D756-CEC2-4FF9-80B5-C0874EA7AC56}"/>
              </a:ext>
            </a:extLst>
          </p:cNvPr>
          <p:cNvSpPr>
            <a:spLocks/>
          </p:cNvSpPr>
          <p:nvPr userDrawn="1"/>
        </p:nvSpPr>
        <p:spPr>
          <a:xfrm>
            <a:off x="300038" y="2849244"/>
            <a:ext cx="2845769" cy="15227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95F812-C8DA-4443-B6FB-3D0F7B0BA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2CAEF-25CC-4015-9DE2-7AE7C2A71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96F566D-2A4A-4013-AA0B-632F665A6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7" y="1151887"/>
            <a:ext cx="2845770" cy="1697354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69F2D387-9A87-4B98-80C0-8CD6B9184D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805" y="2674620"/>
            <a:ext cx="2847600" cy="1697354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0D74127-2F9F-4278-A92B-109CD06EFE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92813" y="1151887"/>
            <a:ext cx="2849562" cy="1697354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4CF401C-DE73-4E05-B8D1-DB50DE944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129" y="3070224"/>
            <a:ext cx="2281590" cy="1106845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200"/>
            </a:lvl1pPr>
            <a:lvl2pPr rtl="0">
              <a:defRPr sz="1200"/>
            </a:lvl2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00088E-BD27-4075-9D51-FDAB7868F9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7746" y="1372866"/>
            <a:ext cx="2281896" cy="1107657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200"/>
            </a:lvl1pPr>
            <a:lvl2pPr rtl="0"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095A11F8-0E42-4080-B86D-63341C6F3C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3516" y="3070226"/>
            <a:ext cx="2281896" cy="1108868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200"/>
            </a:lvl1pPr>
            <a:lvl2pPr rtl="0"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6D664C7-0545-4A14-9DCB-BE8E2F693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</p:spTree>
    <p:extLst>
      <p:ext uri="{BB962C8B-B14F-4D97-AF65-F5344CB8AC3E}">
        <p14:creationId xmlns:p14="http://schemas.microsoft.com/office/powerpoint/2010/main" val="125488509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+ 2 textboxes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6BEC144-9259-411C-8919-2BAF1C6F11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7761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6BEC144-9259-411C-8919-2BAF1C6F1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EDA71EEB-5E99-46AD-A947-C6E176BC18E0}"/>
              </a:ext>
            </a:extLst>
          </p:cNvPr>
          <p:cNvSpPr>
            <a:spLocks/>
          </p:cNvSpPr>
          <p:nvPr userDrawn="1"/>
        </p:nvSpPr>
        <p:spPr>
          <a:xfrm>
            <a:off x="4577746" y="1151887"/>
            <a:ext cx="4264629" cy="15127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69D756-CEC2-4FF9-80B5-C0874EA7AC56}"/>
              </a:ext>
            </a:extLst>
          </p:cNvPr>
          <p:cNvSpPr>
            <a:spLocks/>
          </p:cNvSpPr>
          <p:nvPr userDrawn="1"/>
        </p:nvSpPr>
        <p:spPr>
          <a:xfrm>
            <a:off x="300039" y="2858284"/>
            <a:ext cx="4277707" cy="15136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95F812-C8DA-4443-B6FB-3D0F7B0BA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2CAEF-25CC-4015-9DE2-7AE7C2A71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96F566D-2A4A-4013-AA0B-632F665A6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6" y="1151884"/>
            <a:ext cx="4277710" cy="1706400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69F2D387-9A87-4B98-80C0-8CD6B9184D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7746" y="2664619"/>
            <a:ext cx="4264629" cy="170735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4CF401C-DE73-4E05-B8D1-DB50DE944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128" y="3086884"/>
            <a:ext cx="3707066" cy="1048947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200"/>
            </a:lvl1pPr>
            <a:lvl2pPr rtl="0">
              <a:defRPr sz="1200"/>
            </a:lvl2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00088E-BD27-4075-9D51-FDAB7868F9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51034" y="1380487"/>
            <a:ext cx="3708000" cy="1048388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200"/>
            </a:lvl1pPr>
            <a:lvl2pPr rtl="0"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First Level, Segoe UI, 12pt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E947B689-263C-46D8-BD1A-F32003D46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Slide Title, Segoe UI, 24pt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</p:spTree>
    <p:extLst>
      <p:ext uri="{BB962C8B-B14F-4D97-AF65-F5344CB8AC3E}">
        <p14:creationId xmlns:p14="http://schemas.microsoft.com/office/powerpoint/2010/main" val="10121260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s + 3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A22DC763-7C98-4BF7-8076-872F267E18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17753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A22DC763-7C98-4BF7-8076-872F267E1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EDA71EEB-5E99-46AD-A947-C6E176BC18E0}"/>
              </a:ext>
            </a:extLst>
          </p:cNvPr>
          <p:cNvSpPr>
            <a:spLocks/>
          </p:cNvSpPr>
          <p:nvPr userDrawn="1"/>
        </p:nvSpPr>
        <p:spPr>
          <a:xfrm>
            <a:off x="3145805" y="298447"/>
            <a:ext cx="2847600" cy="1919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84D0BC2-2BEA-4984-8BCC-B42A4DD96ABE}"/>
              </a:ext>
            </a:extLst>
          </p:cNvPr>
          <p:cNvSpPr>
            <a:spLocks/>
          </p:cNvSpPr>
          <p:nvPr userDrawn="1"/>
        </p:nvSpPr>
        <p:spPr>
          <a:xfrm>
            <a:off x="5991579" y="2490716"/>
            <a:ext cx="2850796" cy="1881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69D756-CEC2-4FF9-80B5-C0874EA7AC56}"/>
              </a:ext>
            </a:extLst>
          </p:cNvPr>
          <p:cNvSpPr>
            <a:spLocks/>
          </p:cNvSpPr>
          <p:nvPr userDrawn="1"/>
        </p:nvSpPr>
        <p:spPr>
          <a:xfrm>
            <a:off x="300038" y="2490716"/>
            <a:ext cx="2845769" cy="1881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95F812-C8DA-4443-B6FB-3D0F7B0BA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2CAEF-25CC-4015-9DE2-7AE7C2A71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96F566D-2A4A-4013-AA0B-632F665A6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7" y="298449"/>
            <a:ext cx="2845770" cy="2192267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69F2D387-9A87-4B98-80C0-8CD6B9184D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805" y="2217759"/>
            <a:ext cx="2847600" cy="215421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0D74127-2F9F-4278-A92B-109CD06EFE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92813" y="298450"/>
            <a:ext cx="2849562" cy="2192267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44EBAAAC-9B94-4A0A-859E-57BC1C5229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2130" y="2717054"/>
            <a:ext cx="2281590" cy="498598"/>
          </a:xfrm>
        </p:spPr>
        <p:txBody>
          <a:bodyPr>
            <a:noAutofit/>
          </a:bodyPr>
          <a:lstStyle>
            <a:lvl1pPr marL="0" indent="0" rtl="0">
              <a:lnSpc>
                <a:spcPct val="90000"/>
              </a:lnSpc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Headline, Segoe UI, 18pt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4CF401C-DE73-4E05-B8D1-DB50DE944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129" y="3302000"/>
            <a:ext cx="2281590" cy="784225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000"/>
            </a:lvl1pPr>
            <a:lvl2pPr rtl="0">
              <a:defRPr sz="1000"/>
            </a:lvl2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0F7FBCD-4838-4858-9B02-5770B636A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7746" y="552096"/>
            <a:ext cx="2281896" cy="500400"/>
          </a:xfrm>
        </p:spPr>
        <p:txBody>
          <a:bodyPr/>
          <a:lstStyle>
            <a:lvl1pPr marL="0" indent="0" rtl="0">
              <a:lnSpc>
                <a:spcPct val="90000"/>
              </a:lnSpc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Headline, Segoe UI, 18pt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00088E-BD27-4075-9D51-FDAB7868F9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7746" y="1124390"/>
            <a:ext cx="2281896" cy="784800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000"/>
            </a:lvl1pPr>
            <a:lvl2pPr rtl="0"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34410347-E07E-4B83-8D69-8A994CBA34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3516" y="2717054"/>
            <a:ext cx="2281896" cy="500400"/>
          </a:xfrm>
        </p:spPr>
        <p:txBody>
          <a:bodyPr/>
          <a:lstStyle>
            <a:lvl1pPr marL="0" indent="0" rtl="0">
              <a:lnSpc>
                <a:spcPct val="90000"/>
              </a:lnSpc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Headline, Segoe UI, 18pt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095A11F8-0E42-4080-B86D-63341C6F3C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3516" y="3300567"/>
            <a:ext cx="2281896" cy="785658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000"/>
            </a:lvl1pPr>
            <a:lvl2pPr rtl="0"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596701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+ 2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6BEC144-9259-411C-8919-2BAF1C6F11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4905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6BEC144-9259-411C-8919-2BAF1C6F1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EDA71EEB-5E99-46AD-A947-C6E176BC18E0}"/>
              </a:ext>
            </a:extLst>
          </p:cNvPr>
          <p:cNvSpPr>
            <a:spLocks/>
          </p:cNvSpPr>
          <p:nvPr userDrawn="1"/>
        </p:nvSpPr>
        <p:spPr>
          <a:xfrm>
            <a:off x="4577746" y="298447"/>
            <a:ext cx="4264629" cy="18335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69D756-CEC2-4FF9-80B5-C0874EA7AC56}"/>
              </a:ext>
            </a:extLst>
          </p:cNvPr>
          <p:cNvSpPr>
            <a:spLocks/>
          </p:cNvSpPr>
          <p:nvPr userDrawn="1"/>
        </p:nvSpPr>
        <p:spPr>
          <a:xfrm>
            <a:off x="300039" y="2538414"/>
            <a:ext cx="4277707" cy="18335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95F812-C8DA-4443-B6FB-3D0F7B0BA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2CAEF-25CC-4015-9DE2-7AE7C2A71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96F566D-2A4A-4013-AA0B-632F665A6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6" y="298449"/>
            <a:ext cx="4277710" cy="223996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69F2D387-9A87-4B98-80C0-8CD6B9184D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7746" y="2132009"/>
            <a:ext cx="4264629" cy="223996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44EBAAAC-9B94-4A0A-859E-57BC1C5229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2128" y="2807547"/>
            <a:ext cx="3707066" cy="249299"/>
          </a:xfrm>
        </p:spPr>
        <p:txBody>
          <a:bodyPr>
            <a:noAutofit/>
          </a:bodyPr>
          <a:lstStyle>
            <a:lvl1pPr marL="0" indent="0" rtl="0">
              <a:lnSpc>
                <a:spcPct val="90000"/>
              </a:lnSpc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Headline, Segoe UI, 18pt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4CF401C-DE73-4E05-B8D1-DB50DE944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128" y="3154368"/>
            <a:ext cx="3707066" cy="950907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000"/>
            </a:lvl1pPr>
            <a:lvl2pPr rtl="0">
              <a:defRPr sz="1000"/>
            </a:lvl2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0F7FBCD-4838-4858-9B02-5770B636A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1034" y="606687"/>
            <a:ext cx="3708000" cy="249299"/>
          </a:xfrm>
        </p:spPr>
        <p:txBody>
          <a:bodyPr>
            <a:noAutofit/>
          </a:bodyPr>
          <a:lstStyle>
            <a:lvl1pPr marL="0" indent="0" rtl="0">
              <a:lnSpc>
                <a:spcPct val="90000"/>
              </a:lnSpc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Headline, Segoe UI, 18pt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00088E-BD27-4075-9D51-FDAB7868F9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51034" y="943794"/>
            <a:ext cx="3708000" cy="950400"/>
          </a:xfrm>
        </p:spPr>
        <p:txBody>
          <a:bodyPr/>
          <a:lstStyle>
            <a:lvl1pPr marL="162000" indent="-162000" rtl="0">
              <a:buFont typeface="Wingdings" panose="05000000000000000000" pitchFamily="2" charset="2"/>
              <a:buChar char="§"/>
              <a:defRPr sz="1000"/>
            </a:lvl1pPr>
            <a:lvl2pPr rtl="0"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First Level, Segoe UI, 10pt 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1357613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17184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72912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r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22660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5619" cy="1538883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58167987-BC69-4A2B-82A3-6F7D3BE6823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36684041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589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15721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8293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4133397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632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6050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1482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6432899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1475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ED7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1122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5499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ED7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/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/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6280174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0105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175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F6E67D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28789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28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175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F6E67D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5814220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8707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6E6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17564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94923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8143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6E6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17564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86251459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33919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3180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DFEBC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673834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4910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3180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DFEBC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3975046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67754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FE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318096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134234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084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DFE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318096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465682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463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87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F4C59E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044491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6239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87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F4C59E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55078600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7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4C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871964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59261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2466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4C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871964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99858368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4531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A2E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69008C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233252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3505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A2E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69008C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79325444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9575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69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A2ECBA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258472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3959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69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A2ECBA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396917329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8439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005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E8E200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556964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 Variatio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616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005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E8E200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404735850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15230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005FBE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noFill/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noFill/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76150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8185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005FBE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7323888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5493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BA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28325A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noFill/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noFill/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11453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10315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FBA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28325A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1554397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, Variatio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D19DD26-04B7-4B16-9000-2856C5C7E3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6742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D19DD26-04B7-4B16-9000-2856C5C7E3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283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1538883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rgbClr val="FBA700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noFill/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noFill/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52880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picture, Variatio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25E8F81-FE39-46BE-ABD8-B4CE401D84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3480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25E8F81-FE39-46BE-ABD8-B4CE401D8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rgbClr val="283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3914738" cy="1154162"/>
          </a:xfrm>
        </p:spPr>
        <p:txBody>
          <a:bodyPr vert="horz">
            <a:noAutofit/>
          </a:bodyPr>
          <a:lstStyle>
            <a:lvl1pPr rtl="0">
              <a:lnSpc>
                <a:spcPts val="3000"/>
              </a:lnSpc>
              <a:defRPr sz="3000">
                <a:solidFill>
                  <a:srgbClr val="FBA700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Segoe UI, 30pt, 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C03FA2-C5E9-46FF-A82B-4CBFAD863B4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46613" y="0"/>
            <a:ext cx="2744787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255317691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A633ECB-07AD-44A7-8EF2-1B6401B444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6054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A633ECB-07AD-44A7-8EF2-1B6401B44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Bioscience -CONFIDENTIAL-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E4E586-88CE-494B-9DF4-3093DED30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7" y="3741420"/>
            <a:ext cx="8539955" cy="188321"/>
          </a:xfrm>
        </p:spPr>
        <p:txBody>
          <a:bodyPr>
            <a:noAutofit/>
          </a:bodyPr>
          <a:lstStyle>
            <a:lvl1pPr marL="0" indent="0" rtl="0">
              <a:buNone/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AutHor, Segoe UI, 12pt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19" y="524192"/>
            <a:ext cx="8539955" cy="3077766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Quote, </a:t>
            </a:r>
            <a:br>
              <a:rPr lang="en-US" noProof="0"/>
            </a:br>
            <a:r>
              <a:rPr lang="en-US" noProof="0"/>
              <a:t>Segoe UI, 40pt, </a:t>
            </a:r>
            <a:br>
              <a:rPr lang="en-US" noProof="0"/>
            </a:br>
            <a:r>
              <a:rPr lang="en-US" noProof="0"/>
              <a:t>max. 6 Lines</a:t>
            </a:r>
          </a:p>
        </p:txBody>
      </p:sp>
    </p:spTree>
    <p:extLst>
      <p:ext uri="{BB962C8B-B14F-4D97-AF65-F5344CB8AC3E}">
        <p14:creationId xmlns:p14="http://schemas.microsoft.com/office/powerpoint/2010/main" val="179905265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,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A633ECB-07AD-44A7-8EF2-1B6401B444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0587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A633ECB-07AD-44A7-8EF2-1B6401B44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E4E586-88CE-494B-9DF4-3093DED30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00037" y="3741420"/>
            <a:ext cx="8539955" cy="188321"/>
          </a:xfrm>
        </p:spPr>
        <p:txBody>
          <a:bodyPr>
            <a:noAutofit/>
          </a:bodyPr>
          <a:lstStyle>
            <a:lvl1pPr marL="0" indent="0" rtl="0">
              <a:buNone/>
              <a:defRPr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Author, Segoe UI, 12pt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19" y="524192"/>
            <a:ext cx="8539955" cy="3077766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6 Lines</a:t>
            </a:r>
          </a:p>
        </p:txBody>
      </p:sp>
    </p:spTree>
    <p:extLst>
      <p:ext uri="{BB962C8B-B14F-4D97-AF65-F5344CB8AC3E}">
        <p14:creationId xmlns:p14="http://schemas.microsoft.com/office/powerpoint/2010/main" val="382823937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, Vari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A633ECB-07AD-44A7-8EF2-1B6401B444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430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A633ECB-07AD-44A7-8EF2-1B6401B44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E4E586-88CE-494B-9DF4-3093DED30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7" y="3741420"/>
            <a:ext cx="8539955" cy="188321"/>
          </a:xfrm>
        </p:spPr>
        <p:txBody>
          <a:bodyPr>
            <a:noAutofit/>
          </a:bodyPr>
          <a:lstStyle>
            <a:lvl1pPr marL="0" indent="0" rtl="0">
              <a:buNone/>
              <a:defRPr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Author, Segoe UI, 12pt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19" y="524192"/>
            <a:ext cx="8539955" cy="3077766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6 Lines</a:t>
            </a:r>
          </a:p>
        </p:txBody>
      </p:sp>
    </p:spTree>
    <p:extLst>
      <p:ext uri="{BB962C8B-B14F-4D97-AF65-F5344CB8AC3E}">
        <p14:creationId xmlns:p14="http://schemas.microsoft.com/office/powerpoint/2010/main" val="22904122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, Varia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A633ECB-07AD-44A7-8EF2-1B6401B444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7178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A633ECB-07AD-44A7-8EF2-1B6401B44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rgbClr val="DED7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E4E586-88CE-494B-9DF4-3093DED30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7" y="3741420"/>
            <a:ext cx="8539955" cy="188321"/>
          </a:xfrm>
        </p:spPr>
        <p:txBody>
          <a:bodyPr>
            <a:noAutofit/>
          </a:bodyPr>
          <a:lstStyle>
            <a:lvl1pPr marL="0" indent="0" rtl="0">
              <a:buNone/>
              <a:defRPr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Author, Segoe UI, 12pt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19" y="524192"/>
            <a:ext cx="8539955" cy="3077766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Quote, </a:t>
            </a:r>
            <a:br>
              <a:rPr lang="en-US" dirty="0"/>
            </a:br>
            <a:r>
              <a:rPr lang="en-US" dirty="0"/>
              <a:t>Segoe UI, 40pt, </a:t>
            </a:r>
            <a:br>
              <a:rPr lang="en-US" dirty="0"/>
            </a:br>
            <a:r>
              <a:rPr lang="en-US" dirty="0"/>
              <a:t>max. 6 Lines</a:t>
            </a:r>
          </a:p>
        </p:txBody>
      </p:sp>
    </p:spTree>
    <p:extLst>
      <p:ext uri="{BB962C8B-B14F-4D97-AF65-F5344CB8AC3E}">
        <p14:creationId xmlns:p14="http://schemas.microsoft.com/office/powerpoint/2010/main" val="19977172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848DF53-2AA0-4D9F-A482-C8247EE218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0585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848DF53-2AA0-4D9F-A482-C8247EE218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512961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414463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848DF53-2AA0-4D9F-A482-C8247EE218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0585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848DF53-2AA0-4D9F-A482-C8247EE218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2420" y="303212"/>
            <a:ext cx="7091362" cy="512961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fik 8">
            <a:extLst>
              <a:ext uri="{FF2B5EF4-FFF2-40B4-BE49-F238E27FC236}">
                <a16:creationId xmlns:a16="http://schemas.microsoft.com/office/drawing/2014/main" id="{EC2333C9-7C64-4C37-8085-3482C25F21FB}"/>
              </a:ext>
            </a:extLst>
          </p:cNvPr>
          <p:cNvSpPr/>
          <p:nvPr userDrawn="1"/>
        </p:nvSpPr>
        <p:spPr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5534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E0DE717E-46C1-446C-AC0A-112EF61AB8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475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E0DE717E-46C1-446C-AC0A-112EF61AB8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EB4BA0-9C02-48FF-8B95-89D7C6F95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420" y="303212"/>
            <a:ext cx="3919060" cy="512961"/>
          </a:xfrm>
        </p:spPr>
        <p:txBody>
          <a:bodyPr vert="horz">
            <a:noAutofit/>
          </a:bodyPr>
          <a:lstStyle>
            <a:lvl1pPr rtl="0">
              <a:lnSpc>
                <a:spcPts val="4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1F8751-E3F5-4C4D-92C0-A3F2D2D17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2F14D-BC3F-405F-B8C1-EA8821C04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rafik 8">
            <a:extLst>
              <a:ext uri="{FF2B5EF4-FFF2-40B4-BE49-F238E27FC236}">
                <a16:creationId xmlns:a16="http://schemas.microsoft.com/office/drawing/2014/main" id="{0DF332BC-A006-4A31-9203-1BB4237E2F72}"/>
              </a:ext>
            </a:extLst>
          </p:cNvPr>
          <p:cNvSpPr/>
          <p:nvPr userDrawn="1"/>
        </p:nvSpPr>
        <p:spPr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A18A666-963B-452E-AD8E-146C9F2ACC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2000" y="0"/>
            <a:ext cx="4572000" cy="5145088"/>
          </a:xfrm>
          <a:solidFill>
            <a:schemeClr val="bg1"/>
          </a:solidFill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en-US" dirty="0"/>
              <a:t>Insert image from file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77738894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C04FCD6D-FEBB-4B98-A8C4-8431CC99C5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90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C04FCD6D-FEBB-4B98-A8C4-8431CC99C5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D65D5692-E96A-46EE-8E1E-DB2BDCD3FDBC}"/>
              </a:ext>
            </a:extLst>
          </p:cNvPr>
          <p:cNvSpPr/>
          <p:nvPr userDrawn="1"/>
        </p:nvSpPr>
        <p:spPr bwMode="gray">
          <a:xfrm>
            <a:off x="0" y="0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4AB2A2-5C36-4389-B017-BFC52E120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180" y="3485339"/>
            <a:ext cx="2446020" cy="326004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lIns="90000" tIns="43200" rIns="90000" bIns="43200" anchor="ctr">
            <a:spAutoFit/>
          </a:bodyPr>
          <a:lstStyle>
            <a:lvl1pPr marL="0" indent="0" algn="ctr">
              <a:buNone/>
              <a:defRPr sz="9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Find Out more on henkel.com</a:t>
            </a:r>
          </a:p>
        </p:txBody>
      </p:sp>
      <p:sp>
        <p:nvSpPr>
          <p:cNvPr id="9" name="Grafik 8">
            <a:extLst>
              <a:ext uri="{FF2B5EF4-FFF2-40B4-BE49-F238E27FC236}">
                <a16:creationId xmlns:a16="http://schemas.microsoft.com/office/drawing/2014/main" id="{8C3A2EF6-6C94-4211-862D-30B55989F42C}"/>
              </a:ext>
            </a:extLst>
          </p:cNvPr>
          <p:cNvSpPr/>
          <p:nvPr userDrawn="1"/>
        </p:nvSpPr>
        <p:spPr bwMode="gray">
          <a:xfrm>
            <a:off x="3552350" y="1677370"/>
            <a:ext cx="2017870" cy="1125096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95239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381000" y="3048941"/>
            <a:ext cx="6001410" cy="612068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4575" cap="all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750" y="3715897"/>
            <a:ext cx="5972385" cy="820789"/>
          </a:xfrm>
          <a:prstGeom prst="rect">
            <a:avLst/>
          </a:prstGeom>
        </p:spPr>
        <p:txBody>
          <a:bodyPr/>
          <a:lstStyle>
            <a:lvl1pPr>
              <a:defRPr sz="1575" cap="none">
                <a:solidFill>
                  <a:srgbClr val="FFFFFF"/>
                </a:solidFill>
              </a:defRPr>
            </a:lvl1pPr>
            <a:lvl2pPr marL="530051" indent="-261852">
              <a:defRPr sz="1575" cap="none">
                <a:solidFill>
                  <a:srgbClr val="FFFFFF"/>
                </a:solidFill>
              </a:defRPr>
            </a:lvl2pPr>
            <a:lvl3pPr marL="806188" indent="-274550">
              <a:defRPr sz="1575" cap="none">
                <a:solidFill>
                  <a:srgbClr val="FFFFFF"/>
                </a:solidFill>
              </a:defRPr>
            </a:lvl3pPr>
            <a:lvl4pPr marL="1072802" indent="-265025">
              <a:defRPr sz="1575" cap="none">
                <a:solidFill>
                  <a:srgbClr val="FFFFFF"/>
                </a:solidFill>
              </a:defRPr>
            </a:lvl4pPr>
            <a:lvl5pPr marL="1339413" indent="-265025">
              <a:defRPr sz="1575" cap="none">
                <a:solidFill>
                  <a:srgbClr val="FFFFFF"/>
                </a:solidFill>
              </a:defRPr>
            </a:lvl5pPr>
          </a:lstStyle>
          <a:p>
            <a:r>
              <a:t>Click to add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68855" y="4768735"/>
            <a:ext cx="184346" cy="11541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063392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oleObject" Target="../embeddings/oleObject1.bin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image" Target="../media/image1.emf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73C7373-B062-49D1-95CD-2D40ADE593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2505652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8" imgW="306" imgH="306" progId="TCLayout.ActiveDocument.1">
                  <p:embed/>
                </p:oleObj>
              </mc:Choice>
              <mc:Fallback>
                <p:oleObj name="think-cell Folie" r:id="rId108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73C7373-B062-49D1-95CD-2D40ADE59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02420" y="303212"/>
            <a:ext cx="7091362" cy="6155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Slide Title, Segoe UI, 24pt</a:t>
            </a:r>
            <a:br>
              <a:rPr lang="en-US" noProof="0" dirty="0"/>
            </a:br>
            <a:r>
              <a:rPr lang="en-US" noProof="0" dirty="0"/>
              <a:t>Max. 2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02420" y="1492251"/>
            <a:ext cx="7088980" cy="28797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First Level, Segoe UI, 12pt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618649" y="4733844"/>
            <a:ext cx="3151664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rtl="0">
              <a:defRPr sz="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00038" y="4733844"/>
            <a:ext cx="318611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rtl="0">
              <a:defRPr sz="800">
                <a:solidFill>
                  <a:schemeClr val="accent1"/>
                </a:solidFill>
              </a:defRPr>
            </a:lvl1pPr>
          </a:lstStyle>
          <a:p>
            <a:fld id="{54413C03-D129-4B04-B289-283874789D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Grafik 8">
            <a:extLst>
              <a:ext uri="{FF2B5EF4-FFF2-40B4-BE49-F238E27FC236}">
                <a16:creationId xmlns:a16="http://schemas.microsoft.com/office/drawing/2014/main" id="{7BF37C91-00E2-47BD-94A0-102999D00519}"/>
              </a:ext>
            </a:extLst>
          </p:cNvPr>
          <p:cNvSpPr/>
          <p:nvPr/>
        </p:nvSpPr>
        <p:spPr bwMode="gray">
          <a:xfrm>
            <a:off x="8284370" y="4616326"/>
            <a:ext cx="614456" cy="342600"/>
          </a:xfrm>
          <a:custGeom>
            <a:avLst/>
            <a:gdLst>
              <a:gd name="connsiteX0" fmla="*/ 363160 w 726376"/>
              <a:gd name="connsiteY0" fmla="*/ -28 h 405003"/>
              <a:gd name="connsiteX1" fmla="*/ 726348 w 726376"/>
              <a:gd name="connsiteY1" fmla="*/ 202473 h 405003"/>
              <a:gd name="connsiteX2" fmla="*/ 363160 w 726376"/>
              <a:gd name="connsiteY2" fmla="*/ 404975 h 405003"/>
              <a:gd name="connsiteX3" fmla="*/ -28 w 726376"/>
              <a:gd name="connsiteY3" fmla="*/ 202473 h 405003"/>
              <a:gd name="connsiteX4" fmla="*/ 363160 w 726376"/>
              <a:gd name="connsiteY4" fmla="*/ -28 h 405003"/>
              <a:gd name="connsiteX5" fmla="*/ 363160 w 726376"/>
              <a:gd name="connsiteY5" fmla="*/ 18164 h 405003"/>
              <a:gd name="connsiteX6" fmla="*/ 18355 w 726376"/>
              <a:gd name="connsiteY6" fmla="*/ 202473 h 405003"/>
              <a:gd name="connsiteX7" fmla="*/ 363160 w 726376"/>
              <a:gd name="connsiteY7" fmla="*/ 386496 h 405003"/>
              <a:gd name="connsiteX8" fmla="*/ 708060 w 726376"/>
              <a:gd name="connsiteY8" fmla="*/ 202473 h 405003"/>
              <a:gd name="connsiteX9" fmla="*/ 363160 w 726376"/>
              <a:gd name="connsiteY9" fmla="*/ 18164 h 405003"/>
              <a:gd name="connsiteX10" fmla="*/ 299342 w 726376"/>
              <a:gd name="connsiteY10" fmla="*/ 221904 h 405003"/>
              <a:gd name="connsiteX11" fmla="*/ 227905 w 726376"/>
              <a:gd name="connsiteY11" fmla="*/ 221904 h 405003"/>
              <a:gd name="connsiteX12" fmla="*/ 249312 w 726376"/>
              <a:gd name="connsiteY12" fmla="*/ 247725 h 405003"/>
              <a:gd name="connsiteX13" fmla="*/ 253813 w 726376"/>
              <a:gd name="connsiteY13" fmla="*/ 247717 h 405003"/>
              <a:gd name="connsiteX14" fmla="*/ 274292 w 726376"/>
              <a:gd name="connsiteY14" fmla="*/ 235239 h 405003"/>
              <a:gd name="connsiteX15" fmla="*/ 297723 w 726376"/>
              <a:gd name="connsiteY15" fmla="*/ 235239 h 405003"/>
              <a:gd name="connsiteX16" fmla="*/ 252860 w 726376"/>
              <a:gd name="connsiteY16" fmla="*/ 266386 h 405003"/>
              <a:gd name="connsiteX17" fmla="*/ 203521 w 726376"/>
              <a:gd name="connsiteY17" fmla="*/ 215522 h 405003"/>
              <a:gd name="connsiteX18" fmla="*/ 249354 w 726376"/>
              <a:gd name="connsiteY18" fmla="*/ 164528 h 405003"/>
              <a:gd name="connsiteX19" fmla="*/ 252860 w 726376"/>
              <a:gd name="connsiteY19" fmla="*/ 164468 h 405003"/>
              <a:gd name="connsiteX20" fmla="*/ 299342 w 726376"/>
              <a:gd name="connsiteY20" fmla="*/ 221904 h 405003"/>
              <a:gd name="connsiteX21" fmla="*/ 251717 w 726376"/>
              <a:gd name="connsiteY21" fmla="*/ 182756 h 405003"/>
              <a:gd name="connsiteX22" fmla="*/ 228115 w 726376"/>
              <a:gd name="connsiteY22" fmla="*/ 204453 h 405003"/>
              <a:gd name="connsiteX23" fmla="*/ 228095 w 726376"/>
              <a:gd name="connsiteY23" fmla="*/ 205331 h 405003"/>
              <a:gd name="connsiteX24" fmla="*/ 274482 w 726376"/>
              <a:gd name="connsiteY24" fmla="*/ 205331 h 405003"/>
              <a:gd name="connsiteX25" fmla="*/ 251622 w 726376"/>
              <a:gd name="connsiteY25" fmla="*/ 182756 h 405003"/>
              <a:gd name="connsiteX26" fmla="*/ 608905 w 726376"/>
              <a:gd name="connsiteY26" fmla="*/ 221904 h 405003"/>
              <a:gd name="connsiteX27" fmla="*/ 537467 w 726376"/>
              <a:gd name="connsiteY27" fmla="*/ 221904 h 405003"/>
              <a:gd name="connsiteX28" fmla="*/ 558921 w 726376"/>
              <a:gd name="connsiteY28" fmla="*/ 247687 h 405003"/>
              <a:gd name="connsiteX29" fmla="*/ 562899 w 726376"/>
              <a:gd name="connsiteY29" fmla="*/ 247717 h 405003"/>
              <a:gd name="connsiteX30" fmla="*/ 583378 w 726376"/>
              <a:gd name="connsiteY30" fmla="*/ 235239 h 405003"/>
              <a:gd name="connsiteX31" fmla="*/ 606809 w 726376"/>
              <a:gd name="connsiteY31" fmla="*/ 235239 h 405003"/>
              <a:gd name="connsiteX32" fmla="*/ 562042 w 726376"/>
              <a:gd name="connsiteY32" fmla="*/ 266386 h 405003"/>
              <a:gd name="connsiteX33" fmla="*/ 512454 w 726376"/>
              <a:gd name="connsiteY33" fmla="*/ 220809 h 405003"/>
              <a:gd name="connsiteX34" fmla="*/ 512512 w 726376"/>
              <a:gd name="connsiteY34" fmla="*/ 215713 h 405003"/>
              <a:gd name="connsiteX35" fmla="*/ 558342 w 726376"/>
              <a:gd name="connsiteY35" fmla="*/ 164717 h 405003"/>
              <a:gd name="connsiteX36" fmla="*/ 561947 w 726376"/>
              <a:gd name="connsiteY36" fmla="*/ 164659 h 405003"/>
              <a:gd name="connsiteX37" fmla="*/ 608810 w 726376"/>
              <a:gd name="connsiteY37" fmla="*/ 221904 h 405003"/>
              <a:gd name="connsiteX38" fmla="*/ 561280 w 726376"/>
              <a:gd name="connsiteY38" fmla="*/ 182756 h 405003"/>
              <a:gd name="connsiteX39" fmla="*/ 537582 w 726376"/>
              <a:gd name="connsiteY39" fmla="*/ 204548 h 405003"/>
              <a:gd name="connsiteX40" fmla="*/ 537563 w 726376"/>
              <a:gd name="connsiteY40" fmla="*/ 205331 h 405003"/>
              <a:gd name="connsiteX41" fmla="*/ 584045 w 726376"/>
              <a:gd name="connsiteY41" fmla="*/ 205331 h 405003"/>
              <a:gd name="connsiteX42" fmla="*/ 561185 w 726376"/>
              <a:gd name="connsiteY42" fmla="*/ 182756 h 405003"/>
              <a:gd name="connsiteX43" fmla="*/ 77981 w 726376"/>
              <a:gd name="connsiteY43" fmla="*/ 263338 h 405003"/>
              <a:gd name="connsiteX44" fmla="*/ 104461 w 726376"/>
              <a:gd name="connsiteY44" fmla="*/ 263338 h 405003"/>
              <a:gd name="connsiteX45" fmla="*/ 104461 w 726376"/>
              <a:gd name="connsiteY45" fmla="*/ 206188 h 405003"/>
              <a:gd name="connsiteX46" fmla="*/ 161611 w 726376"/>
              <a:gd name="connsiteY46" fmla="*/ 206188 h 405003"/>
              <a:gd name="connsiteX47" fmla="*/ 161611 w 726376"/>
              <a:gd name="connsiteY47" fmla="*/ 263338 h 405003"/>
              <a:gd name="connsiteX48" fmla="*/ 188186 w 726376"/>
              <a:gd name="connsiteY48" fmla="*/ 263338 h 405003"/>
              <a:gd name="connsiteX49" fmla="*/ 188186 w 726376"/>
              <a:gd name="connsiteY49" fmla="*/ 129988 h 405003"/>
              <a:gd name="connsiteX50" fmla="*/ 161801 w 726376"/>
              <a:gd name="connsiteY50" fmla="*/ 129988 h 405003"/>
              <a:gd name="connsiteX51" fmla="*/ 161801 w 726376"/>
              <a:gd name="connsiteY51" fmla="*/ 184757 h 405003"/>
              <a:gd name="connsiteX52" fmla="*/ 104651 w 726376"/>
              <a:gd name="connsiteY52" fmla="*/ 184757 h 405003"/>
              <a:gd name="connsiteX53" fmla="*/ 104651 w 726376"/>
              <a:gd name="connsiteY53" fmla="*/ 129988 h 405003"/>
              <a:gd name="connsiteX54" fmla="*/ 77981 w 726376"/>
              <a:gd name="connsiteY54" fmla="*/ 129988 h 405003"/>
              <a:gd name="connsiteX55" fmla="*/ 314011 w 726376"/>
              <a:gd name="connsiteY55" fmla="*/ 263338 h 405003"/>
              <a:gd name="connsiteX56" fmla="*/ 338966 w 726376"/>
              <a:gd name="connsiteY56" fmla="*/ 263338 h 405003"/>
              <a:gd name="connsiteX57" fmla="*/ 338966 w 726376"/>
              <a:gd name="connsiteY57" fmla="*/ 211522 h 405003"/>
              <a:gd name="connsiteX58" fmla="*/ 360302 w 726376"/>
              <a:gd name="connsiteY58" fmla="*/ 183804 h 405003"/>
              <a:gd name="connsiteX59" fmla="*/ 378114 w 726376"/>
              <a:gd name="connsiteY59" fmla="*/ 207521 h 405003"/>
              <a:gd name="connsiteX60" fmla="*/ 378114 w 726376"/>
              <a:gd name="connsiteY60" fmla="*/ 263338 h 405003"/>
              <a:gd name="connsiteX61" fmla="*/ 403070 w 726376"/>
              <a:gd name="connsiteY61" fmla="*/ 263338 h 405003"/>
              <a:gd name="connsiteX62" fmla="*/ 403070 w 726376"/>
              <a:gd name="connsiteY62" fmla="*/ 204283 h 405003"/>
              <a:gd name="connsiteX63" fmla="*/ 367732 w 726376"/>
              <a:gd name="connsiteY63" fmla="*/ 164468 h 405003"/>
              <a:gd name="connsiteX64" fmla="*/ 338204 w 726376"/>
              <a:gd name="connsiteY64" fmla="*/ 180566 h 405003"/>
              <a:gd name="connsiteX65" fmla="*/ 337633 w 726376"/>
              <a:gd name="connsiteY65" fmla="*/ 180566 h 405003"/>
              <a:gd name="connsiteX66" fmla="*/ 337633 w 726376"/>
              <a:gd name="connsiteY66" fmla="*/ 167135 h 405003"/>
              <a:gd name="connsiteX67" fmla="*/ 314011 w 726376"/>
              <a:gd name="connsiteY67" fmla="*/ 167135 h 405003"/>
              <a:gd name="connsiteX68" fmla="*/ 424406 w 726376"/>
              <a:gd name="connsiteY68" fmla="*/ 263338 h 405003"/>
              <a:gd name="connsiteX69" fmla="*/ 449361 w 726376"/>
              <a:gd name="connsiteY69" fmla="*/ 263338 h 405003"/>
              <a:gd name="connsiteX70" fmla="*/ 449361 w 726376"/>
              <a:gd name="connsiteY70" fmla="*/ 211427 h 405003"/>
              <a:gd name="connsiteX71" fmla="*/ 486128 w 726376"/>
              <a:gd name="connsiteY71" fmla="*/ 263338 h 405003"/>
              <a:gd name="connsiteX72" fmla="*/ 517179 w 726376"/>
              <a:gd name="connsiteY72" fmla="*/ 263338 h 405003"/>
              <a:gd name="connsiteX73" fmla="*/ 476603 w 726376"/>
              <a:gd name="connsiteY73" fmla="*/ 209141 h 405003"/>
              <a:gd name="connsiteX74" fmla="*/ 512607 w 726376"/>
              <a:gd name="connsiteY74" fmla="*/ 166754 h 405003"/>
              <a:gd name="connsiteX75" fmla="*/ 482413 w 726376"/>
              <a:gd name="connsiteY75" fmla="*/ 166754 h 405003"/>
              <a:gd name="connsiteX76" fmla="*/ 448980 w 726376"/>
              <a:gd name="connsiteY76" fmla="*/ 208379 h 405003"/>
              <a:gd name="connsiteX77" fmla="*/ 448980 w 726376"/>
              <a:gd name="connsiteY77" fmla="*/ 129988 h 405003"/>
              <a:gd name="connsiteX78" fmla="*/ 424406 w 726376"/>
              <a:gd name="connsiteY78" fmla="*/ 129988 h 405003"/>
              <a:gd name="connsiteX79" fmla="*/ 623478 w 726376"/>
              <a:gd name="connsiteY79" fmla="*/ 263338 h 405003"/>
              <a:gd name="connsiteX80" fmla="*/ 648434 w 726376"/>
              <a:gd name="connsiteY80" fmla="*/ 263338 h 405003"/>
              <a:gd name="connsiteX81" fmla="*/ 648434 w 726376"/>
              <a:gd name="connsiteY81" fmla="*/ 129988 h 405003"/>
              <a:gd name="connsiteX82" fmla="*/ 623478 w 726376"/>
              <a:gd name="connsiteY82" fmla="*/ 129988 h 40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726376" h="405003">
                <a:moveTo>
                  <a:pt x="363160" y="-28"/>
                </a:moveTo>
                <a:cubicBezTo>
                  <a:pt x="563185" y="-28"/>
                  <a:pt x="726348" y="90650"/>
                  <a:pt x="726348" y="202473"/>
                </a:cubicBezTo>
                <a:cubicBezTo>
                  <a:pt x="726348" y="314297"/>
                  <a:pt x="563661" y="404975"/>
                  <a:pt x="363160" y="404975"/>
                </a:cubicBezTo>
                <a:cubicBezTo>
                  <a:pt x="162659" y="404975"/>
                  <a:pt x="-28" y="314201"/>
                  <a:pt x="-28" y="202473"/>
                </a:cubicBezTo>
                <a:cubicBezTo>
                  <a:pt x="-28" y="90745"/>
                  <a:pt x="162659" y="-28"/>
                  <a:pt x="363160" y="-28"/>
                </a:cubicBezTo>
                <a:close/>
                <a:moveTo>
                  <a:pt x="363160" y="18164"/>
                </a:moveTo>
                <a:cubicBezTo>
                  <a:pt x="172660" y="18164"/>
                  <a:pt x="18355" y="100841"/>
                  <a:pt x="18355" y="202473"/>
                </a:cubicBezTo>
                <a:cubicBezTo>
                  <a:pt x="18355" y="304105"/>
                  <a:pt x="172850" y="386496"/>
                  <a:pt x="363160" y="386496"/>
                </a:cubicBezTo>
                <a:cubicBezTo>
                  <a:pt x="553469" y="386496"/>
                  <a:pt x="708060" y="304010"/>
                  <a:pt x="708060" y="202473"/>
                </a:cubicBezTo>
                <a:cubicBezTo>
                  <a:pt x="708060" y="100937"/>
                  <a:pt x="553469" y="18164"/>
                  <a:pt x="363160" y="18164"/>
                </a:cubicBezTo>
                <a:close/>
                <a:moveTo>
                  <a:pt x="299342" y="221904"/>
                </a:moveTo>
                <a:lnTo>
                  <a:pt x="227905" y="221904"/>
                </a:lnTo>
                <a:cubicBezTo>
                  <a:pt x="226687" y="234946"/>
                  <a:pt x="236271" y="246506"/>
                  <a:pt x="249312" y="247725"/>
                </a:cubicBezTo>
                <a:cubicBezTo>
                  <a:pt x="250810" y="247865"/>
                  <a:pt x="252317" y="247863"/>
                  <a:pt x="253813" y="247717"/>
                </a:cubicBezTo>
                <a:cubicBezTo>
                  <a:pt x="262601" y="248347"/>
                  <a:pt x="270823" y="243338"/>
                  <a:pt x="274292" y="235239"/>
                </a:cubicBezTo>
                <a:lnTo>
                  <a:pt x="297723" y="235239"/>
                </a:lnTo>
                <a:cubicBezTo>
                  <a:pt x="292208" y="255062"/>
                  <a:pt x="273360" y="268147"/>
                  <a:pt x="252860" y="266386"/>
                </a:cubicBezTo>
                <a:cubicBezTo>
                  <a:pt x="222380" y="266386"/>
                  <a:pt x="203521" y="245431"/>
                  <a:pt x="203521" y="215522"/>
                </a:cubicBezTo>
                <a:cubicBezTo>
                  <a:pt x="202096" y="188785"/>
                  <a:pt x="222616" y="165953"/>
                  <a:pt x="249354" y="164528"/>
                </a:cubicBezTo>
                <a:cubicBezTo>
                  <a:pt x="250522" y="164467"/>
                  <a:pt x="251691" y="164446"/>
                  <a:pt x="252860" y="164468"/>
                </a:cubicBezTo>
                <a:cubicBezTo>
                  <a:pt x="285341" y="164468"/>
                  <a:pt x="301438" y="192186"/>
                  <a:pt x="299342" y="221904"/>
                </a:cubicBezTo>
                <a:close/>
                <a:moveTo>
                  <a:pt x="251717" y="182756"/>
                </a:moveTo>
                <a:cubicBezTo>
                  <a:pt x="239208" y="182231"/>
                  <a:pt x="228641" y="191944"/>
                  <a:pt x="228115" y="204453"/>
                </a:cubicBezTo>
                <a:cubicBezTo>
                  <a:pt x="228103" y="204746"/>
                  <a:pt x="228096" y="205038"/>
                  <a:pt x="228095" y="205331"/>
                </a:cubicBezTo>
                <a:lnTo>
                  <a:pt x="274482" y="205331"/>
                </a:lnTo>
                <a:cubicBezTo>
                  <a:pt x="272863" y="191805"/>
                  <a:pt x="266957" y="182756"/>
                  <a:pt x="251622" y="182756"/>
                </a:cubicBezTo>
                <a:close/>
                <a:moveTo>
                  <a:pt x="608905" y="221904"/>
                </a:moveTo>
                <a:lnTo>
                  <a:pt x="537467" y="221904"/>
                </a:lnTo>
                <a:cubicBezTo>
                  <a:pt x="536272" y="234949"/>
                  <a:pt x="545877" y="246492"/>
                  <a:pt x="558921" y="247687"/>
                </a:cubicBezTo>
                <a:cubicBezTo>
                  <a:pt x="560244" y="247808"/>
                  <a:pt x="561574" y="247819"/>
                  <a:pt x="562899" y="247717"/>
                </a:cubicBezTo>
                <a:cubicBezTo>
                  <a:pt x="571687" y="248347"/>
                  <a:pt x="579909" y="243338"/>
                  <a:pt x="583378" y="235239"/>
                </a:cubicBezTo>
                <a:lnTo>
                  <a:pt x="606809" y="235239"/>
                </a:lnTo>
                <a:cubicBezTo>
                  <a:pt x="601334" y="255046"/>
                  <a:pt x="582518" y="268138"/>
                  <a:pt x="562042" y="266386"/>
                </a:cubicBezTo>
                <a:cubicBezTo>
                  <a:pt x="535762" y="267494"/>
                  <a:pt x="513562" y="247087"/>
                  <a:pt x="512454" y="220809"/>
                </a:cubicBezTo>
                <a:cubicBezTo>
                  <a:pt x="512382" y="219110"/>
                  <a:pt x="512401" y="217409"/>
                  <a:pt x="512512" y="215713"/>
                </a:cubicBezTo>
                <a:cubicBezTo>
                  <a:pt x="511086" y="188975"/>
                  <a:pt x="531605" y="166143"/>
                  <a:pt x="558342" y="164717"/>
                </a:cubicBezTo>
                <a:cubicBezTo>
                  <a:pt x="559543" y="164653"/>
                  <a:pt x="560746" y="164633"/>
                  <a:pt x="561947" y="164659"/>
                </a:cubicBezTo>
                <a:cubicBezTo>
                  <a:pt x="594808" y="164468"/>
                  <a:pt x="610715" y="192186"/>
                  <a:pt x="608810" y="221904"/>
                </a:cubicBezTo>
                <a:close/>
                <a:moveTo>
                  <a:pt x="561280" y="182756"/>
                </a:moveTo>
                <a:cubicBezTo>
                  <a:pt x="548718" y="182230"/>
                  <a:pt x="538108" y="191986"/>
                  <a:pt x="537582" y="204548"/>
                </a:cubicBezTo>
                <a:cubicBezTo>
                  <a:pt x="537571" y="204809"/>
                  <a:pt x="537565" y="205070"/>
                  <a:pt x="537563" y="205331"/>
                </a:cubicBezTo>
                <a:lnTo>
                  <a:pt x="584045" y="205331"/>
                </a:lnTo>
                <a:cubicBezTo>
                  <a:pt x="582140" y="191805"/>
                  <a:pt x="576425" y="182756"/>
                  <a:pt x="561185" y="182756"/>
                </a:cubicBezTo>
                <a:close/>
                <a:moveTo>
                  <a:pt x="77981" y="263338"/>
                </a:moveTo>
                <a:lnTo>
                  <a:pt x="104461" y="263338"/>
                </a:lnTo>
                <a:lnTo>
                  <a:pt x="104461" y="206188"/>
                </a:lnTo>
                <a:lnTo>
                  <a:pt x="161611" y="206188"/>
                </a:lnTo>
                <a:lnTo>
                  <a:pt x="161611" y="263338"/>
                </a:lnTo>
                <a:lnTo>
                  <a:pt x="188186" y="263338"/>
                </a:lnTo>
                <a:lnTo>
                  <a:pt x="188186" y="129988"/>
                </a:lnTo>
                <a:lnTo>
                  <a:pt x="161801" y="129988"/>
                </a:lnTo>
                <a:lnTo>
                  <a:pt x="161801" y="184757"/>
                </a:lnTo>
                <a:lnTo>
                  <a:pt x="104651" y="184757"/>
                </a:lnTo>
                <a:lnTo>
                  <a:pt x="104651" y="129988"/>
                </a:lnTo>
                <a:lnTo>
                  <a:pt x="77981" y="129988"/>
                </a:lnTo>
                <a:close/>
                <a:moveTo>
                  <a:pt x="314011" y="263338"/>
                </a:moveTo>
                <a:lnTo>
                  <a:pt x="338966" y="263338"/>
                </a:lnTo>
                <a:lnTo>
                  <a:pt x="338966" y="211522"/>
                </a:lnTo>
                <a:cubicBezTo>
                  <a:pt x="338966" y="191805"/>
                  <a:pt x="345824" y="183804"/>
                  <a:pt x="360302" y="183804"/>
                </a:cubicBezTo>
                <a:cubicBezTo>
                  <a:pt x="372590" y="183804"/>
                  <a:pt x="378114" y="191710"/>
                  <a:pt x="378114" y="207521"/>
                </a:cubicBezTo>
                <a:lnTo>
                  <a:pt x="378114" y="263338"/>
                </a:lnTo>
                <a:lnTo>
                  <a:pt x="403070" y="263338"/>
                </a:lnTo>
                <a:lnTo>
                  <a:pt x="403070" y="204283"/>
                </a:lnTo>
                <a:cubicBezTo>
                  <a:pt x="403070" y="180375"/>
                  <a:pt x="396021" y="164468"/>
                  <a:pt x="367732" y="164468"/>
                </a:cubicBezTo>
                <a:cubicBezTo>
                  <a:pt x="355758" y="164326"/>
                  <a:pt x="344573" y="170424"/>
                  <a:pt x="338204" y="180566"/>
                </a:cubicBezTo>
                <a:lnTo>
                  <a:pt x="337633" y="180566"/>
                </a:lnTo>
                <a:lnTo>
                  <a:pt x="337633" y="167135"/>
                </a:lnTo>
                <a:lnTo>
                  <a:pt x="314011" y="167135"/>
                </a:lnTo>
                <a:close/>
                <a:moveTo>
                  <a:pt x="424406" y="263338"/>
                </a:moveTo>
                <a:lnTo>
                  <a:pt x="449361" y="263338"/>
                </a:lnTo>
                <a:lnTo>
                  <a:pt x="449361" y="211427"/>
                </a:lnTo>
                <a:lnTo>
                  <a:pt x="486128" y="263338"/>
                </a:lnTo>
                <a:lnTo>
                  <a:pt x="517179" y="263338"/>
                </a:lnTo>
                <a:lnTo>
                  <a:pt x="476603" y="209141"/>
                </a:lnTo>
                <a:lnTo>
                  <a:pt x="512607" y="166754"/>
                </a:lnTo>
                <a:lnTo>
                  <a:pt x="482413" y="166754"/>
                </a:lnTo>
                <a:lnTo>
                  <a:pt x="448980" y="208379"/>
                </a:lnTo>
                <a:lnTo>
                  <a:pt x="448980" y="129988"/>
                </a:lnTo>
                <a:lnTo>
                  <a:pt x="424406" y="129988"/>
                </a:lnTo>
                <a:close/>
                <a:moveTo>
                  <a:pt x="623478" y="263338"/>
                </a:moveTo>
                <a:lnTo>
                  <a:pt x="648434" y="263338"/>
                </a:lnTo>
                <a:lnTo>
                  <a:pt x="648434" y="129988"/>
                </a:lnTo>
                <a:lnTo>
                  <a:pt x="623478" y="1299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07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78" r:id="rId2"/>
    <p:sldLayoutId id="2147483661" r:id="rId3"/>
    <p:sldLayoutId id="2147483672" r:id="rId4"/>
    <p:sldLayoutId id="2147483673" r:id="rId5"/>
    <p:sldLayoutId id="2147483674" r:id="rId6"/>
    <p:sldLayoutId id="2147483708" r:id="rId7"/>
    <p:sldLayoutId id="2147483709" r:id="rId8"/>
    <p:sldLayoutId id="2147483710" r:id="rId9"/>
    <p:sldLayoutId id="2147483711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80" r:id="rId37"/>
    <p:sldLayoutId id="2147483713" r:id="rId38"/>
    <p:sldLayoutId id="2147483677" r:id="rId39"/>
    <p:sldLayoutId id="2147483782" r:id="rId40"/>
    <p:sldLayoutId id="2147483781" r:id="rId41"/>
    <p:sldLayoutId id="2147483675" r:id="rId42"/>
    <p:sldLayoutId id="2147483775" r:id="rId43"/>
    <p:sldLayoutId id="2147483676" r:id="rId44"/>
    <p:sldLayoutId id="2147483685" r:id="rId45"/>
    <p:sldLayoutId id="2147483686" r:id="rId46"/>
    <p:sldLayoutId id="2147483687" r:id="rId47"/>
    <p:sldLayoutId id="2147483688" r:id="rId48"/>
    <p:sldLayoutId id="2147483689" r:id="rId49"/>
    <p:sldLayoutId id="2147483690" r:id="rId50"/>
    <p:sldLayoutId id="2147483692" r:id="rId51"/>
    <p:sldLayoutId id="2147483693" r:id="rId52"/>
    <p:sldLayoutId id="2147483695" r:id="rId53"/>
    <p:sldLayoutId id="2147483696" r:id="rId54"/>
    <p:sldLayoutId id="2147483697" r:id="rId55"/>
    <p:sldLayoutId id="2147483698" r:id="rId56"/>
    <p:sldLayoutId id="2147483716" r:id="rId57"/>
    <p:sldLayoutId id="2147483718" r:id="rId58"/>
    <p:sldLayoutId id="2147483704" r:id="rId59"/>
    <p:sldLayoutId id="2147483705" r:id="rId60"/>
    <p:sldLayoutId id="2147483776" r:id="rId61"/>
    <p:sldLayoutId id="2147483777" r:id="rId62"/>
    <p:sldLayoutId id="2147483706" r:id="rId63"/>
    <p:sldLayoutId id="2147483707" r:id="rId64"/>
    <p:sldLayoutId id="2147483714" r:id="rId65"/>
    <p:sldLayoutId id="2147483715" r:id="rId66"/>
    <p:sldLayoutId id="2147483745" r:id="rId67"/>
    <p:sldLayoutId id="2147483746" r:id="rId68"/>
    <p:sldLayoutId id="2147483747" r:id="rId69"/>
    <p:sldLayoutId id="2147483748" r:id="rId70"/>
    <p:sldLayoutId id="2147483749" r:id="rId71"/>
    <p:sldLayoutId id="2147483750" r:id="rId72"/>
    <p:sldLayoutId id="2147483751" r:id="rId73"/>
    <p:sldLayoutId id="2147483752" r:id="rId74"/>
    <p:sldLayoutId id="2147483753" r:id="rId75"/>
    <p:sldLayoutId id="2147483754" r:id="rId76"/>
    <p:sldLayoutId id="2147483755" r:id="rId77"/>
    <p:sldLayoutId id="2147483756" r:id="rId78"/>
    <p:sldLayoutId id="2147483683" r:id="rId79"/>
    <p:sldLayoutId id="2147483684" r:id="rId80"/>
    <p:sldLayoutId id="2147483757" r:id="rId81"/>
    <p:sldLayoutId id="2147483758" r:id="rId82"/>
    <p:sldLayoutId id="2147483759" r:id="rId83"/>
    <p:sldLayoutId id="2147483760" r:id="rId84"/>
    <p:sldLayoutId id="2147483761" r:id="rId85"/>
    <p:sldLayoutId id="2147483762" r:id="rId86"/>
    <p:sldLayoutId id="2147483763" r:id="rId87"/>
    <p:sldLayoutId id="2147483764" r:id="rId88"/>
    <p:sldLayoutId id="2147483765" r:id="rId89"/>
    <p:sldLayoutId id="2147483766" r:id="rId90"/>
    <p:sldLayoutId id="2147483767" r:id="rId91"/>
    <p:sldLayoutId id="2147483768" r:id="rId92"/>
    <p:sldLayoutId id="2147483769" r:id="rId93"/>
    <p:sldLayoutId id="2147483770" r:id="rId94"/>
    <p:sldLayoutId id="2147483771" r:id="rId95"/>
    <p:sldLayoutId id="2147483772" r:id="rId96"/>
    <p:sldLayoutId id="2147483717" r:id="rId97"/>
    <p:sldLayoutId id="2147483699" r:id="rId98"/>
    <p:sldLayoutId id="2147483773" r:id="rId99"/>
    <p:sldLayoutId id="2147483774" r:id="rId100"/>
    <p:sldLayoutId id="2147483700" r:id="rId101"/>
    <p:sldLayoutId id="2147483779" r:id="rId102"/>
    <p:sldLayoutId id="2147483701" r:id="rId103"/>
    <p:sldLayoutId id="2147483702" r:id="rId104"/>
    <p:sldLayoutId id="2147483783" r:id="rId105"/>
  </p:sldLayoutIdLst>
  <p:hf hdr="0" dt="0"/>
  <p:txStyles>
    <p:titleStyle>
      <a:lvl1pPr algn="l" defTabSz="685800" rtl="0" eaLnBrk="1" latinLnBrk="0" hangingPunct="1">
        <a:lnSpc>
          <a:spcPts val="24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685800" rtl="0" eaLnBrk="1" latinLnBrk="0" hangingPunct="1">
        <a:lnSpc>
          <a:spcPct val="114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162000" algn="l" defTabSz="685800" rtl="0" eaLnBrk="1" latinLnBrk="0" hangingPunct="1">
        <a:lnSpc>
          <a:spcPct val="114000"/>
        </a:lnSpc>
        <a:spcBef>
          <a:spcPts val="0"/>
        </a:spcBef>
        <a:spcAft>
          <a:spcPts val="1200"/>
        </a:spcAft>
        <a:buClr>
          <a:schemeClr val="accent1"/>
        </a:buClr>
        <a:buFont typeface="GT Flexa Rg" pitchFamily="2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90000" indent="-162000" algn="l" defTabSz="685800" rtl="0" eaLnBrk="1" latinLnBrk="0" hangingPunct="1">
        <a:lnSpc>
          <a:spcPct val="114000"/>
        </a:lnSpc>
        <a:spcBef>
          <a:spcPts val="0"/>
        </a:spcBef>
        <a:spcAft>
          <a:spcPts val="1200"/>
        </a:spcAft>
        <a:buClr>
          <a:schemeClr val="accent1"/>
        </a:buClr>
        <a:buFont typeface="GT Flexa Rg" pitchFamily="2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458000" indent="-162000" algn="l" defTabSz="685800" rtl="0" eaLnBrk="1" latinLnBrk="0" hangingPunct="1">
        <a:lnSpc>
          <a:spcPct val="114000"/>
        </a:lnSpc>
        <a:spcBef>
          <a:spcPts val="0"/>
        </a:spcBef>
        <a:spcAft>
          <a:spcPts val="1200"/>
        </a:spcAft>
        <a:buClr>
          <a:schemeClr val="accent1"/>
        </a:buClr>
        <a:buFont typeface="GT Flexa Rg" pitchFamily="2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26000" indent="-162000" algn="l" defTabSz="685800" rtl="0" eaLnBrk="1" latinLnBrk="0" hangingPunct="1">
        <a:lnSpc>
          <a:spcPct val="114000"/>
        </a:lnSpc>
        <a:spcBef>
          <a:spcPts val="0"/>
        </a:spcBef>
        <a:spcAft>
          <a:spcPts val="1200"/>
        </a:spcAft>
        <a:buClr>
          <a:schemeClr val="accent1"/>
        </a:buClr>
        <a:buFont typeface="GT Flexa Rg" pitchFamily="2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 userDrawn="1">
          <p15:clr>
            <a:srgbClr val="A4A3A4"/>
          </p15:clr>
        </p15:guide>
        <p15:guide id="5" orient="horz" pos="188" userDrawn="1">
          <p15:clr>
            <a:srgbClr val="A4A3A4"/>
          </p15:clr>
        </p15:guide>
        <p15:guide id="7" orient="horz" pos="3052" userDrawn="1">
          <p15:clr>
            <a:srgbClr val="A4A3A4"/>
          </p15:clr>
        </p15:guide>
        <p15:guide id="8" pos="549" userDrawn="1">
          <p15:clr>
            <a:srgbClr val="A4A3A4"/>
          </p15:clr>
        </p15:guide>
        <p15:guide id="9" pos="645" userDrawn="1">
          <p15:clr>
            <a:srgbClr val="A4A3A4"/>
          </p15:clr>
        </p15:guide>
        <p15:guide id="10" pos="1005" userDrawn="1">
          <p15:clr>
            <a:srgbClr val="A4A3A4"/>
          </p15:clr>
        </p15:guide>
        <p15:guide id="11" pos="1101" userDrawn="1">
          <p15:clr>
            <a:srgbClr val="A4A3A4"/>
          </p15:clr>
        </p15:guide>
        <p15:guide id="12" pos="1461" userDrawn="1">
          <p15:clr>
            <a:srgbClr val="A4A3A4"/>
          </p15:clr>
        </p15:guide>
        <p15:guide id="13" pos="1557" userDrawn="1">
          <p15:clr>
            <a:srgbClr val="A4A3A4"/>
          </p15:clr>
        </p15:guide>
        <p15:guide id="14" pos="1917" userDrawn="1">
          <p15:clr>
            <a:srgbClr val="A4A3A4"/>
          </p15:clr>
        </p15:guide>
        <p15:guide id="15" pos="2013" userDrawn="1">
          <p15:clr>
            <a:srgbClr val="A4A3A4"/>
          </p15:clr>
        </p15:guide>
        <p15:guide id="16" pos="2375" userDrawn="1">
          <p15:clr>
            <a:srgbClr val="A4A3A4"/>
          </p15:clr>
        </p15:guide>
        <p15:guide id="17" pos="2471" userDrawn="1">
          <p15:clr>
            <a:srgbClr val="A4A3A4"/>
          </p15:clr>
        </p15:guide>
        <p15:guide id="18" pos="2832" userDrawn="1">
          <p15:clr>
            <a:srgbClr val="A4A3A4"/>
          </p15:clr>
        </p15:guide>
        <p15:guide id="19" pos="2927" userDrawn="1">
          <p15:clr>
            <a:srgbClr val="A4A3A4"/>
          </p15:clr>
        </p15:guide>
        <p15:guide id="20" pos="3288" userDrawn="1">
          <p15:clr>
            <a:srgbClr val="A4A3A4"/>
          </p15:clr>
        </p15:guide>
        <p15:guide id="21" pos="3384" userDrawn="1">
          <p15:clr>
            <a:srgbClr val="A4A3A4"/>
          </p15:clr>
        </p15:guide>
        <p15:guide id="22" pos="3744" userDrawn="1">
          <p15:clr>
            <a:srgbClr val="A4A3A4"/>
          </p15:clr>
        </p15:guide>
        <p15:guide id="23" pos="3840" userDrawn="1">
          <p15:clr>
            <a:srgbClr val="A4A3A4"/>
          </p15:clr>
        </p15:guide>
        <p15:guide id="24" pos="4200" userDrawn="1">
          <p15:clr>
            <a:srgbClr val="A4A3A4"/>
          </p15:clr>
        </p15:guide>
        <p15:guide id="25" pos="4296" userDrawn="1">
          <p15:clr>
            <a:srgbClr val="A4A3A4"/>
          </p15:clr>
        </p15:guide>
        <p15:guide id="26" pos="4656" userDrawn="1">
          <p15:clr>
            <a:srgbClr val="A4A3A4"/>
          </p15:clr>
        </p15:guide>
        <p15:guide id="27" pos="4752" userDrawn="1">
          <p15:clr>
            <a:srgbClr val="A4A3A4"/>
          </p15:clr>
        </p15:guide>
        <p15:guide id="28" pos="5114" userDrawn="1">
          <p15:clr>
            <a:srgbClr val="A4A3A4"/>
          </p15:clr>
        </p15:guide>
        <p15:guide id="29" pos="5210" userDrawn="1">
          <p15:clr>
            <a:srgbClr val="A4A3A4"/>
          </p15:clr>
        </p15:guide>
        <p15:guide id="31" pos="5570" userDrawn="1">
          <p15:clr>
            <a:srgbClr val="A4A3A4"/>
          </p15:clr>
        </p15:guide>
        <p15:guide id="32" orient="horz" pos="940" userDrawn="1">
          <p15:clr>
            <a:srgbClr val="A4A3A4"/>
          </p15:clr>
        </p15:guide>
        <p15:guide id="33" orient="horz" pos="275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A8E18-738E-8001-2DE5-3792AD40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90493"/>
            <a:ext cx="6001410" cy="167051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Best in bleachable stains</a:t>
            </a:r>
            <a:br>
              <a:rPr lang="en-US" noProof="0" dirty="0"/>
            </a:br>
            <a:r>
              <a:rPr lang="en-US" noProof="0" dirty="0"/>
              <a:t>Bioscience projects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404AFB-E9AF-F0AF-786C-54F6B61EED3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10025" y="3735776"/>
            <a:ext cx="5972385" cy="820789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Fabian Falkenberg – 25.09.2026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12A20D-A98E-BF3F-83D5-1089180C1AC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40899" y="4846793"/>
            <a:ext cx="184346" cy="115416"/>
          </a:xfrm>
        </p:spPr>
        <p:txBody>
          <a:bodyPr/>
          <a:lstStyle/>
          <a:p>
            <a:fld id="{86CB4B4D-7CA3-9044-876B-883B54F8677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97353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4B9922B-8B3B-5752-4049-9AA3BC1BD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Experimental </a:t>
            </a:r>
            <a:r>
              <a:rPr lang="de-DE" dirty="0" err="1"/>
              <a:t>Results</a:t>
            </a:r>
            <a:r>
              <a:rPr lang="de-DE" dirty="0"/>
              <a:t> of the </a:t>
            </a:r>
            <a:r>
              <a:rPr lang="de-DE" dirty="0" err="1"/>
              <a:t>Aurigene</a:t>
            </a:r>
            <a:r>
              <a:rPr lang="de-DE" dirty="0"/>
              <a:t> Peptides</a:t>
            </a:r>
          </a:p>
        </p:txBody>
      </p:sp>
      <p:pic>
        <p:nvPicPr>
          <p:cNvPr id="6" name="Picture 4" descr="Wie werde ich Biologielaborant?: Mit Mikroskop und Pipette im Labor - News  - Esslinger Zeitung">
            <a:extLst>
              <a:ext uri="{FF2B5EF4-FFF2-40B4-BE49-F238E27FC236}">
                <a16:creationId xmlns:a16="http://schemas.microsoft.com/office/drawing/2014/main" id="{FD7AB4A3-143D-13DE-83E4-228C0E88F565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" r="35676"/>
          <a:stretch>
            <a:fillRect/>
          </a:stretch>
        </p:blipFill>
        <p:spPr bwMode="auto">
          <a:xfrm>
            <a:off x="0" y="0"/>
            <a:ext cx="4572000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06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3893F-80E8-2ADC-3652-831B096C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FCB8341-F688-B68A-FA6E-D592CEFFBD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8648" y="4930672"/>
            <a:ext cx="3151664" cy="123111"/>
          </a:xfrm>
        </p:spPr>
        <p:txBody>
          <a:bodyPr/>
          <a:lstStyle/>
          <a:p>
            <a:r>
              <a:rPr lang="en-US" dirty="0"/>
              <a:t>Bioscience -CONFIDENTIAL-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DD85F3-AF0B-F2DC-F718-17B2EB81C0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61B8EDA-DEC8-6538-4959-87EFDC7A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of 30 </a:t>
            </a:r>
            <a:r>
              <a:rPr lang="de-DE" dirty="0" err="1"/>
              <a:t>Aurigene</a:t>
            </a:r>
            <a:r>
              <a:rPr lang="de-DE" dirty="0"/>
              <a:t> Peptides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B7F39A0-63D7-4C2A-85AC-652714A5E784}"/>
              </a:ext>
            </a:extLst>
          </p:cNvPr>
          <p:cNvSpPr txBox="1"/>
          <p:nvPr/>
        </p:nvSpPr>
        <p:spPr>
          <a:xfrm>
            <a:off x="7332816" y="84267"/>
            <a:ext cx="1719549" cy="2698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defTabSz="685800">
              <a:lnSpc>
                <a:spcPct val="114000"/>
              </a:lnSpc>
              <a:spcAft>
                <a:spcPts val="1200"/>
              </a:spcAft>
              <a:buClr>
                <a:schemeClr val="accent1"/>
              </a:buClr>
              <a:buSzPct val="100000"/>
            </a:pPr>
            <a:r>
              <a:rPr lang="de-DE" sz="1200" dirty="0"/>
              <a:t>Reference:CL-454</a:t>
            </a:r>
          </a:p>
          <a:p>
            <a:pPr algn="l" defTabSz="685800">
              <a:lnSpc>
                <a:spcPct val="114000"/>
              </a:lnSpc>
              <a:spcAft>
                <a:spcPts val="1200"/>
              </a:spcAft>
              <a:buClr>
                <a:schemeClr val="accent1"/>
              </a:buClr>
              <a:buSzPct val="100000"/>
            </a:pPr>
            <a:endParaRPr lang="de-DE" sz="1200" dirty="0"/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55C41C5D-D48E-310E-DC21-42CD17FB67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934310"/>
              </p:ext>
            </p:extLst>
          </p:nvPr>
        </p:nvGraphicFramePr>
        <p:xfrm>
          <a:off x="115019" y="693523"/>
          <a:ext cx="8793191" cy="3803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61C6BA60-DB38-6A99-34E2-044B4C783450}"/>
              </a:ext>
            </a:extLst>
          </p:cNvPr>
          <p:cNvSpPr txBox="1"/>
          <p:nvPr/>
        </p:nvSpPr>
        <p:spPr>
          <a:xfrm>
            <a:off x="618648" y="4520650"/>
            <a:ext cx="8289562" cy="2583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defTabSz="685800">
              <a:lnSpc>
                <a:spcPct val="114000"/>
              </a:lnSpc>
              <a:spcAft>
                <a:spcPts val="1200"/>
              </a:spcAft>
              <a:buClr>
                <a:schemeClr val="accent1"/>
              </a:buClr>
              <a:buSzPct val="100000"/>
            </a:pP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Wash conditions: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monodose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detergent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, w/o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protease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, 40°C, 30 min in 48W Plate; Stains: HOL, JOH, CS-112, CS-115,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wfk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10 BB,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wfk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10 WB, 150 mg/17L 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peptide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 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38A8FFC-4F26-10CF-815F-5CB060657B16}"/>
              </a:ext>
            </a:extLst>
          </p:cNvPr>
          <p:cNvSpPr txBox="1"/>
          <p:nvPr/>
        </p:nvSpPr>
        <p:spPr>
          <a:xfrm>
            <a:off x="5043578" y="153788"/>
            <a:ext cx="2645434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62000" indent="-162000" algn="l" defTabSz="685800">
              <a:lnSpc>
                <a:spcPct val="114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endParaRPr lang="de-DE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6096EB-BBC9-F540-C257-2B180825816E}"/>
              </a:ext>
            </a:extLst>
          </p:cNvPr>
          <p:cNvSpPr txBox="1"/>
          <p:nvPr/>
        </p:nvSpPr>
        <p:spPr>
          <a:xfrm>
            <a:off x="5270602" y="1407621"/>
            <a:ext cx="1400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HHSGSR</a:t>
            </a:r>
            <a:r>
              <a:rPr lang="en-US" sz="1200" b="1" dirty="0">
                <a:solidFill>
                  <a:srgbClr val="0070C0"/>
                </a:solidFill>
              </a:rPr>
              <a:t>EETGED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6B0A0-3A6C-1E48-6EF6-6062F21A23B0}"/>
              </a:ext>
            </a:extLst>
          </p:cNvPr>
          <p:cNvSpPr txBox="1"/>
          <p:nvPr/>
        </p:nvSpPr>
        <p:spPr>
          <a:xfrm>
            <a:off x="7026249" y="1693865"/>
            <a:ext cx="1217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REETGSK</a:t>
            </a:r>
            <a:r>
              <a:rPr lang="en-US" sz="1200" b="1" dirty="0">
                <a:solidFill>
                  <a:srgbClr val="0070C0"/>
                </a:solidFill>
              </a:rPr>
              <a:t>DKIE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7C65E9-61A3-99F0-8D90-A05547957B2C}"/>
              </a:ext>
            </a:extLst>
          </p:cNvPr>
          <p:cNvSpPr txBox="1"/>
          <p:nvPr/>
        </p:nvSpPr>
        <p:spPr>
          <a:xfrm>
            <a:off x="1680950" y="1970863"/>
            <a:ext cx="1713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HGK</a:t>
            </a:r>
            <a:r>
              <a:rPr lang="en-US" sz="1200" b="1" dirty="0">
                <a:solidFill>
                  <a:srgbClr val="0070C0"/>
                </a:solidFill>
              </a:rPr>
              <a:t>EIKH</a:t>
            </a:r>
            <a:r>
              <a:rPr lang="en-US" sz="1200" b="1" dirty="0"/>
              <a:t>TR</a:t>
            </a:r>
            <a:r>
              <a:rPr lang="en-US" sz="1200" b="1" dirty="0">
                <a:solidFill>
                  <a:srgbClr val="0070C0"/>
                </a:solidFill>
              </a:rPr>
              <a:t>DTAE</a:t>
            </a:r>
            <a:r>
              <a:rPr lang="en-US" sz="1200" b="1" dirty="0"/>
              <a:t>GD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B871CE-4884-7A07-1E7A-24356EB2BE1A}"/>
              </a:ext>
            </a:extLst>
          </p:cNvPr>
          <p:cNvSpPr txBox="1"/>
          <p:nvPr/>
        </p:nvSpPr>
        <p:spPr>
          <a:xfrm rot="16840764">
            <a:off x="3066275" y="1170576"/>
            <a:ext cx="1713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HG</a:t>
            </a:r>
            <a:r>
              <a:rPr lang="en-US" sz="1200" b="1" dirty="0">
                <a:solidFill>
                  <a:srgbClr val="0070C0"/>
                </a:solidFill>
              </a:rPr>
              <a:t>DTAH</a:t>
            </a:r>
            <a:r>
              <a:rPr lang="en-US" sz="1200" b="1" dirty="0"/>
              <a:t>EG</a:t>
            </a:r>
            <a:r>
              <a:rPr lang="en-US" sz="1200" b="1" dirty="0">
                <a:solidFill>
                  <a:srgbClr val="0070C0"/>
                </a:solidFill>
              </a:rPr>
              <a:t>EERH</a:t>
            </a:r>
            <a:r>
              <a:rPr lang="en-US" sz="1200" b="1" dirty="0"/>
              <a:t>GKE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6548A3-BEF6-F6F2-650F-8580A14B3D0D}"/>
              </a:ext>
            </a:extLst>
          </p:cNvPr>
          <p:cNvSpPr txBox="1"/>
          <p:nvPr/>
        </p:nvSpPr>
        <p:spPr>
          <a:xfrm rot="18834175">
            <a:off x="3742103" y="1579941"/>
            <a:ext cx="1507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KKGG</a:t>
            </a:r>
            <a:r>
              <a:rPr lang="en-US" sz="1200" b="1" dirty="0">
                <a:solidFill>
                  <a:srgbClr val="0070C0"/>
                </a:solidFill>
              </a:rPr>
              <a:t>EETYED</a:t>
            </a:r>
            <a:r>
              <a:rPr lang="en-US" sz="1200" b="1" dirty="0"/>
              <a:t>SEE</a:t>
            </a:r>
          </a:p>
        </p:txBody>
      </p:sp>
    </p:spTree>
    <p:extLst>
      <p:ext uri="{BB962C8B-B14F-4D97-AF65-F5344CB8AC3E}">
        <p14:creationId xmlns:p14="http://schemas.microsoft.com/office/powerpoint/2010/main" val="42831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5266ED-B7CE-AAF8-832D-37C2AF10ED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ußzeilenplatzhalter 1">
            <a:extLst>
              <a:ext uri="{FF2B5EF4-FFF2-40B4-BE49-F238E27FC236}">
                <a16:creationId xmlns:a16="http://schemas.microsoft.com/office/drawing/2014/main" id="{AF90FB23-3306-ACD0-16E3-8F54D1D001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8648" y="4930672"/>
            <a:ext cx="3151664" cy="123111"/>
          </a:xfrm>
        </p:spPr>
        <p:txBody>
          <a:bodyPr/>
          <a:lstStyle/>
          <a:p>
            <a:r>
              <a:rPr lang="en-US" dirty="0"/>
              <a:t>Bioscience -CONFIDENTIAL-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371DA5C1-30C5-7AEC-A162-A8E08122AD4A}"/>
              </a:ext>
            </a:extLst>
          </p:cNvPr>
          <p:cNvSpPr txBox="1">
            <a:spLocks/>
          </p:cNvSpPr>
          <p:nvPr/>
        </p:nvSpPr>
        <p:spPr bwMode="gray">
          <a:xfrm>
            <a:off x="300038" y="4733844"/>
            <a:ext cx="318611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413C03-D129-4B04-B289-283874789DC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DF477E39-EE32-E553-C0C3-A87A0355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20" y="303212"/>
            <a:ext cx="7091362" cy="615553"/>
          </a:xfrm>
        </p:spPr>
        <p:txBody>
          <a:bodyPr/>
          <a:lstStyle/>
          <a:p>
            <a:r>
              <a:rPr lang="de-DE" dirty="0"/>
              <a:t>Test of 30 </a:t>
            </a:r>
            <a:r>
              <a:rPr lang="de-DE" dirty="0" err="1"/>
              <a:t>Aurigene</a:t>
            </a:r>
            <a:r>
              <a:rPr lang="de-DE" dirty="0"/>
              <a:t> Peptides</a:t>
            </a:r>
          </a:p>
        </p:txBody>
      </p:sp>
      <p:sp>
        <p:nvSpPr>
          <p:cNvPr id="8" name="Textfeld 9">
            <a:extLst>
              <a:ext uri="{FF2B5EF4-FFF2-40B4-BE49-F238E27FC236}">
                <a16:creationId xmlns:a16="http://schemas.microsoft.com/office/drawing/2014/main" id="{AE299BBD-6445-F5CC-B049-1EB0D25B3782}"/>
              </a:ext>
            </a:extLst>
          </p:cNvPr>
          <p:cNvSpPr txBox="1"/>
          <p:nvPr/>
        </p:nvSpPr>
        <p:spPr>
          <a:xfrm>
            <a:off x="7332816" y="84267"/>
            <a:ext cx="1719549" cy="2698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defTabSz="685800">
              <a:lnSpc>
                <a:spcPct val="114000"/>
              </a:lnSpc>
              <a:spcAft>
                <a:spcPts val="1200"/>
              </a:spcAft>
              <a:buClr>
                <a:schemeClr val="accent1"/>
              </a:buClr>
              <a:buSzPct val="100000"/>
            </a:pPr>
            <a:r>
              <a:rPr lang="de-DE" sz="1200" dirty="0"/>
              <a:t>Reference:CL-454</a:t>
            </a:r>
          </a:p>
          <a:p>
            <a:pPr algn="l" defTabSz="685800">
              <a:lnSpc>
                <a:spcPct val="114000"/>
              </a:lnSpc>
              <a:spcAft>
                <a:spcPts val="1200"/>
              </a:spcAft>
              <a:buClr>
                <a:schemeClr val="accent1"/>
              </a:buClr>
              <a:buSzPct val="100000"/>
            </a:pPr>
            <a:endParaRPr lang="de-DE" sz="1200" dirty="0"/>
          </a:p>
        </p:txBody>
      </p:sp>
      <p:graphicFrame>
        <p:nvGraphicFramePr>
          <p:cNvPr id="9" name="Diagramm 4">
            <a:extLst>
              <a:ext uri="{FF2B5EF4-FFF2-40B4-BE49-F238E27FC236}">
                <a16:creationId xmlns:a16="http://schemas.microsoft.com/office/drawing/2014/main" id="{907C8B3C-8EC7-4EE7-1F73-0C968694E0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9233592"/>
              </p:ext>
            </p:extLst>
          </p:nvPr>
        </p:nvGraphicFramePr>
        <p:xfrm>
          <a:off x="115019" y="693523"/>
          <a:ext cx="8793191" cy="3803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feld 6">
            <a:extLst>
              <a:ext uri="{FF2B5EF4-FFF2-40B4-BE49-F238E27FC236}">
                <a16:creationId xmlns:a16="http://schemas.microsoft.com/office/drawing/2014/main" id="{5508AA68-4E25-AD1B-05E3-FB057678E5E6}"/>
              </a:ext>
            </a:extLst>
          </p:cNvPr>
          <p:cNvSpPr txBox="1"/>
          <p:nvPr/>
        </p:nvSpPr>
        <p:spPr>
          <a:xfrm>
            <a:off x="618648" y="4520650"/>
            <a:ext cx="8289562" cy="2583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defTabSz="685800">
              <a:lnSpc>
                <a:spcPct val="114000"/>
              </a:lnSpc>
              <a:spcAft>
                <a:spcPts val="1200"/>
              </a:spcAft>
              <a:buClr>
                <a:schemeClr val="accent1"/>
              </a:buClr>
              <a:buSzPct val="100000"/>
            </a:pP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Wash conditions: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monodose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detergent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, w/o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protease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, 40°C, 30 min in 48W Plate; Stains: HOL, JOH, CS-112, CS-115,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wfk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10 BB,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wfk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10 WB, 150 mg/17L  </a:t>
            </a:r>
            <a:r>
              <a:rPr lang="de-DE" sz="1000" dirty="0" err="1">
                <a:solidFill>
                  <a:schemeClr val="bg1">
                    <a:lumMod val="85000"/>
                  </a:schemeClr>
                </a:solidFill>
              </a:rPr>
              <a:t>peptide</a:t>
            </a:r>
            <a:r>
              <a:rPr lang="de-DE" sz="1000" dirty="0">
                <a:solidFill>
                  <a:schemeClr val="bg1">
                    <a:lumMod val="85000"/>
                  </a:schemeClr>
                </a:solidFill>
              </a:rPr>
              <a:t>   </a:t>
            </a:r>
          </a:p>
        </p:txBody>
      </p:sp>
      <p:sp>
        <p:nvSpPr>
          <p:cNvPr id="11" name="Textfeld 7">
            <a:extLst>
              <a:ext uri="{FF2B5EF4-FFF2-40B4-BE49-F238E27FC236}">
                <a16:creationId xmlns:a16="http://schemas.microsoft.com/office/drawing/2014/main" id="{4F4BD276-9EAF-ABF6-E480-C568EE67621C}"/>
              </a:ext>
            </a:extLst>
          </p:cNvPr>
          <p:cNvSpPr txBox="1"/>
          <p:nvPr/>
        </p:nvSpPr>
        <p:spPr>
          <a:xfrm>
            <a:off x="5043578" y="153788"/>
            <a:ext cx="2645434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62000" indent="-162000" algn="l" defTabSz="685800">
              <a:lnSpc>
                <a:spcPct val="114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endParaRPr lang="de-DE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79E83F-8328-01BC-F4E1-14E261E6B077}"/>
              </a:ext>
            </a:extLst>
          </p:cNvPr>
          <p:cNvSpPr txBox="1"/>
          <p:nvPr/>
        </p:nvSpPr>
        <p:spPr>
          <a:xfrm>
            <a:off x="5270602" y="1407621"/>
            <a:ext cx="1400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HHSGSR</a:t>
            </a:r>
            <a:r>
              <a:rPr lang="en-US" sz="1200" b="1" dirty="0">
                <a:solidFill>
                  <a:srgbClr val="0070C0"/>
                </a:solidFill>
              </a:rPr>
              <a:t>EETGED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6A4104-8FE7-F26F-1874-6FF3E45EFE63}"/>
              </a:ext>
            </a:extLst>
          </p:cNvPr>
          <p:cNvSpPr txBox="1"/>
          <p:nvPr/>
        </p:nvSpPr>
        <p:spPr>
          <a:xfrm>
            <a:off x="7026249" y="1693865"/>
            <a:ext cx="1217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REETGSK</a:t>
            </a:r>
            <a:r>
              <a:rPr lang="en-US" sz="1200" b="1" dirty="0">
                <a:solidFill>
                  <a:srgbClr val="0070C0"/>
                </a:solidFill>
              </a:rPr>
              <a:t>DKIE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84A5F-97BE-7750-CC1C-5F94446818EB}"/>
              </a:ext>
            </a:extLst>
          </p:cNvPr>
          <p:cNvSpPr txBox="1"/>
          <p:nvPr/>
        </p:nvSpPr>
        <p:spPr>
          <a:xfrm>
            <a:off x="1680950" y="1970863"/>
            <a:ext cx="1713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HGK</a:t>
            </a:r>
            <a:r>
              <a:rPr lang="en-US" sz="1200" b="1" dirty="0">
                <a:solidFill>
                  <a:srgbClr val="0070C0"/>
                </a:solidFill>
              </a:rPr>
              <a:t>EIKH</a:t>
            </a:r>
            <a:r>
              <a:rPr lang="en-US" sz="1200" b="1" dirty="0"/>
              <a:t>TR</a:t>
            </a:r>
            <a:r>
              <a:rPr lang="en-US" sz="1200" b="1" dirty="0">
                <a:solidFill>
                  <a:srgbClr val="0070C0"/>
                </a:solidFill>
              </a:rPr>
              <a:t>DTAE</a:t>
            </a:r>
            <a:r>
              <a:rPr lang="en-US" sz="1200" b="1" dirty="0"/>
              <a:t>GD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C4CFF-74F2-215D-6E55-C407328C8461}"/>
              </a:ext>
            </a:extLst>
          </p:cNvPr>
          <p:cNvSpPr txBox="1"/>
          <p:nvPr/>
        </p:nvSpPr>
        <p:spPr>
          <a:xfrm rot="16840764">
            <a:off x="3066275" y="1170576"/>
            <a:ext cx="1713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HG</a:t>
            </a:r>
            <a:r>
              <a:rPr lang="en-US" sz="1200" b="1" dirty="0">
                <a:solidFill>
                  <a:srgbClr val="0070C0"/>
                </a:solidFill>
              </a:rPr>
              <a:t>DTAH</a:t>
            </a:r>
            <a:r>
              <a:rPr lang="en-US" sz="1200" b="1" dirty="0"/>
              <a:t>EG</a:t>
            </a:r>
            <a:r>
              <a:rPr lang="en-US" sz="1200" b="1" dirty="0">
                <a:solidFill>
                  <a:srgbClr val="0070C0"/>
                </a:solidFill>
              </a:rPr>
              <a:t>EERH</a:t>
            </a:r>
            <a:r>
              <a:rPr lang="en-US" sz="1200" b="1" dirty="0"/>
              <a:t>GKE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CEC0C3-B55C-5B75-85D6-AF8219892A7E}"/>
              </a:ext>
            </a:extLst>
          </p:cNvPr>
          <p:cNvSpPr txBox="1"/>
          <p:nvPr/>
        </p:nvSpPr>
        <p:spPr>
          <a:xfrm rot="18834175">
            <a:off x="3742103" y="1579941"/>
            <a:ext cx="1507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KKGG</a:t>
            </a:r>
            <a:r>
              <a:rPr lang="en-US" sz="1200" b="1" dirty="0">
                <a:solidFill>
                  <a:srgbClr val="0070C0"/>
                </a:solidFill>
              </a:rPr>
              <a:t>EETYED</a:t>
            </a:r>
            <a:r>
              <a:rPr lang="en-US" sz="1200" b="1" dirty="0"/>
              <a:t>SEE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418A9F2-0883-D2C0-4768-E7715B785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314416"/>
              </p:ext>
            </p:extLst>
          </p:nvPr>
        </p:nvGraphicFramePr>
        <p:xfrm>
          <a:off x="5356086" y="3713774"/>
          <a:ext cx="1976730" cy="92710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976730">
                  <a:extLst>
                    <a:ext uri="{9D8B030D-6E8A-4147-A177-3AD203B41FA5}">
                      <a16:colId xmlns:a16="http://schemas.microsoft.com/office/drawing/2014/main" val="233018946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RSSEEKIEDTSGEYTHTDE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329826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KGEEEREEDTREKIDTE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453811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KAEETYEDETADSDEEE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865636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RGKEETGEDEDDIKEDD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174420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KTGEETAEDSGDERESE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4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65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A95F19-9ACF-13C8-744E-739B55001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14B41-BB0C-1E73-5B98-C3DA8C458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429367-D562-4953-FB41-52483A59A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44627"/>
              </p:ext>
            </p:extLst>
          </p:nvPr>
        </p:nvGraphicFramePr>
        <p:xfrm>
          <a:off x="2268071" y="288133"/>
          <a:ext cx="4401671" cy="4310262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641705">
                  <a:extLst>
                    <a:ext uri="{9D8B030D-6E8A-4147-A177-3AD203B41FA5}">
                      <a16:colId xmlns:a16="http://schemas.microsoft.com/office/drawing/2014/main" val="439803494"/>
                    </a:ext>
                  </a:extLst>
                </a:gridCol>
                <a:gridCol w="713784">
                  <a:extLst>
                    <a:ext uri="{9D8B030D-6E8A-4147-A177-3AD203B41FA5}">
                      <a16:colId xmlns:a16="http://schemas.microsoft.com/office/drawing/2014/main" val="1157501949"/>
                    </a:ext>
                  </a:extLst>
                </a:gridCol>
                <a:gridCol w="1332398">
                  <a:extLst>
                    <a:ext uri="{9D8B030D-6E8A-4147-A177-3AD203B41FA5}">
                      <a16:colId xmlns:a16="http://schemas.microsoft.com/office/drawing/2014/main" val="644382379"/>
                    </a:ext>
                  </a:extLst>
                </a:gridCol>
                <a:gridCol w="713784">
                  <a:extLst>
                    <a:ext uri="{9D8B030D-6E8A-4147-A177-3AD203B41FA5}">
                      <a16:colId xmlns:a16="http://schemas.microsoft.com/office/drawing/2014/main" val="2160146769"/>
                    </a:ext>
                  </a:extLst>
                </a:gridCol>
              </a:tblGrid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Template_Design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Peptid</a:t>
                      </a:r>
                      <a:r>
                        <a:rPr lang="en-US" sz="1000" b="1" u="none" strike="noStrike" dirty="0">
                          <a:effectLst/>
                        </a:rPr>
                        <a:t> Nr.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Peptide_Sequence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Activity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5564213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3AA_SPACERS_CENTER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KGKEKHGREEDSE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6350089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RGRETDSKDIHGE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848602240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HGKEGDSRDAEGD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13444844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RGKEIDTKDTEGD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62223492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KGRDIEGREAHGD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24599176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4AA_SPACERS_CENTER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KGREREDSKEKIDGE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94854413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HGKEIKHTRDTAEGD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2302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RGRDIKEGKEREDAE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98006010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KGEREDSDTYEGKEE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745214607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HGDTAHEGEERHGKE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486780"/>
                  </a:ext>
                </a:extLst>
              </a:tr>
              <a:tr h="1466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MOTIFS_center_DifferLength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KKGGEETYEDSEE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231741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KSGSDTGHTED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21975549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RSGSETHSEE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85936321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KSGSRETGDAEE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159092911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RRGEEREEDTSDE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21477614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Motifs_at_N_Terminal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KDTGEGSRREEEE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56101285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 dirty="0">
                          <a:effectLst/>
                        </a:rPr>
                        <a:t>17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RDKHSGSKKEEDD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242954138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RDYTHSGSREED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160060381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RDIESGSKKEEEE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0806394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KDIKESGSKKEDEE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09066073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Motifs_at_C_Terminal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HHSGSREETGED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Great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6393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KEESGKDREH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132163738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REESGGRETYD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3145370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REETGSKDKIE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Great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96886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REETSRETGD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814011870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EExxED_ExxH (15+AA)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RSSEEKIEDTSGEYTHTDE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30442283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KGEEEREEDTREKIDTE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78853210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KAEETYEDETADSDEEE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86639933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RGKEETGEDEDDIKEDD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607599840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KTGEETAEDSGDERESE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6905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47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A95F19-9ACF-13C8-744E-739B55001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14B41-BB0C-1E73-5B98-C3DA8C458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429367-D562-4953-FB41-52483A59A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61115"/>
              </p:ext>
            </p:extLst>
          </p:nvPr>
        </p:nvGraphicFramePr>
        <p:xfrm>
          <a:off x="2268071" y="288133"/>
          <a:ext cx="4401671" cy="4310262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641705">
                  <a:extLst>
                    <a:ext uri="{9D8B030D-6E8A-4147-A177-3AD203B41FA5}">
                      <a16:colId xmlns:a16="http://schemas.microsoft.com/office/drawing/2014/main" val="439803494"/>
                    </a:ext>
                  </a:extLst>
                </a:gridCol>
                <a:gridCol w="713784">
                  <a:extLst>
                    <a:ext uri="{9D8B030D-6E8A-4147-A177-3AD203B41FA5}">
                      <a16:colId xmlns:a16="http://schemas.microsoft.com/office/drawing/2014/main" val="1157501949"/>
                    </a:ext>
                  </a:extLst>
                </a:gridCol>
                <a:gridCol w="1332398">
                  <a:extLst>
                    <a:ext uri="{9D8B030D-6E8A-4147-A177-3AD203B41FA5}">
                      <a16:colId xmlns:a16="http://schemas.microsoft.com/office/drawing/2014/main" val="644382379"/>
                    </a:ext>
                  </a:extLst>
                </a:gridCol>
                <a:gridCol w="713784">
                  <a:extLst>
                    <a:ext uri="{9D8B030D-6E8A-4147-A177-3AD203B41FA5}">
                      <a16:colId xmlns:a16="http://schemas.microsoft.com/office/drawing/2014/main" val="2160146769"/>
                    </a:ext>
                  </a:extLst>
                </a:gridCol>
              </a:tblGrid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Template_Design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Peptid</a:t>
                      </a:r>
                      <a:r>
                        <a:rPr lang="en-US" sz="1000" b="1" u="none" strike="noStrike" dirty="0">
                          <a:effectLst/>
                        </a:rPr>
                        <a:t> Nr.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Peptide_Sequence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Activity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5564213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3AA_SPACERS_CENTER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EKH</a:t>
                      </a:r>
                      <a:r>
                        <a:rPr lang="en-US" sz="500" u="none" strike="noStrike" dirty="0">
                          <a:effectLst/>
                        </a:rPr>
                        <a:t>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EED</a:t>
                      </a:r>
                      <a:r>
                        <a:rPr lang="en-US" sz="500" u="none" strike="noStrike" dirty="0">
                          <a:effectLst/>
                        </a:rPr>
                        <a:t>SE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6350089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ETD</a:t>
                      </a:r>
                      <a:r>
                        <a:rPr lang="en-US" sz="500" u="none" strike="noStrike" dirty="0">
                          <a:effectLst/>
                        </a:rPr>
                        <a:t>SK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DIH</a:t>
                      </a:r>
                      <a:r>
                        <a:rPr lang="en-US" sz="500" u="none" strike="noStrike" dirty="0">
                          <a:effectLst/>
                        </a:rPr>
                        <a:t>GE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848602240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EGD</a:t>
                      </a:r>
                      <a:r>
                        <a:rPr lang="en-US" sz="500" u="none" strike="noStrike" dirty="0">
                          <a:effectLst/>
                        </a:rPr>
                        <a:t>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DAE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13444844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EID</a:t>
                      </a:r>
                      <a:r>
                        <a:rPr lang="en-US" sz="500" u="none" strike="noStrike" dirty="0">
                          <a:effectLst/>
                        </a:rPr>
                        <a:t>TK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DTE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62223492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DIE</a:t>
                      </a:r>
                      <a:r>
                        <a:rPr lang="en-US" sz="500" u="none" strike="noStrike" dirty="0">
                          <a:effectLst/>
                        </a:rPr>
                        <a:t>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EAH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24599176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4AA_SPACERS_CENTER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ERED</a:t>
                      </a:r>
                      <a:r>
                        <a:rPr lang="en-US" sz="500" u="none" strike="noStrike" dirty="0">
                          <a:effectLst/>
                        </a:rPr>
                        <a:t>SK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EKID</a:t>
                      </a:r>
                      <a:r>
                        <a:rPr lang="en-US" sz="500" u="none" strike="noStrike" dirty="0">
                          <a:effectLst/>
                        </a:rPr>
                        <a:t>GE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94854413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EIKH</a:t>
                      </a:r>
                      <a:r>
                        <a:rPr lang="en-US" sz="500" u="none" strike="noStrike" dirty="0">
                          <a:effectLst/>
                        </a:rPr>
                        <a:t>TR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DTAE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2302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DIKE</a:t>
                      </a:r>
                      <a:r>
                        <a:rPr lang="en-US" sz="500" u="none" strike="noStrike" dirty="0">
                          <a:effectLst/>
                        </a:rPr>
                        <a:t>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ERED</a:t>
                      </a:r>
                      <a:r>
                        <a:rPr lang="en-US" sz="500" u="none" strike="noStrike" dirty="0">
                          <a:effectLst/>
                        </a:rPr>
                        <a:t>AE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98006010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ERED</a:t>
                      </a:r>
                      <a:r>
                        <a:rPr lang="en-US" sz="500" u="none" strike="noStrike" dirty="0">
                          <a:effectLst/>
                        </a:rPr>
                        <a:t>SDTY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EGKE</a:t>
                      </a:r>
                      <a:r>
                        <a:rPr lang="en-US" sz="500" u="none" strike="noStrike" dirty="0">
                          <a:effectLst/>
                        </a:rPr>
                        <a:t>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745214607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DTAH</a:t>
                      </a:r>
                      <a:r>
                        <a:rPr lang="en-US" sz="500" u="none" strike="noStrike" dirty="0">
                          <a:effectLst/>
                        </a:rPr>
                        <a:t>EG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EERH</a:t>
                      </a:r>
                      <a:r>
                        <a:rPr lang="en-US" sz="500" u="none" strike="noStrike" dirty="0">
                          <a:effectLst/>
                        </a:rPr>
                        <a:t>GKE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486780"/>
                  </a:ext>
                </a:extLst>
              </a:tr>
              <a:tr h="1466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MOTIFS_center_DifferLength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KKGG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EETYED</a:t>
                      </a:r>
                      <a:r>
                        <a:rPr lang="en-US" sz="500" u="none" strike="noStrike" dirty="0">
                          <a:effectLst/>
                        </a:rPr>
                        <a:t>SEE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231741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KSGS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DTGH</a:t>
                      </a:r>
                      <a:r>
                        <a:rPr lang="en-US" sz="500" u="none" strike="noStrike" dirty="0">
                          <a:effectLst/>
                        </a:rPr>
                        <a:t>TED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21975549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RSGS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ETH</a:t>
                      </a:r>
                      <a:r>
                        <a:rPr lang="en-US" sz="500" u="none" strike="noStrike" dirty="0">
                          <a:effectLst/>
                        </a:rPr>
                        <a:t>SEE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85936321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KSGSR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ETGD</a:t>
                      </a:r>
                      <a:r>
                        <a:rPr lang="en-US" sz="500" u="none" strike="noStrike" dirty="0">
                          <a:effectLst/>
                        </a:rPr>
                        <a:t>AEE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159092911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RRG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EEREED</a:t>
                      </a:r>
                      <a:r>
                        <a:rPr lang="en-US" sz="500" u="none" strike="noStrike" dirty="0">
                          <a:effectLst/>
                        </a:rPr>
                        <a:t>TSDE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21477614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Motifs_at_N_Terminal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DTGE</a:t>
                      </a:r>
                      <a:r>
                        <a:rPr lang="en-US" sz="500" u="none" strike="noStrike" dirty="0">
                          <a:effectLst/>
                        </a:rPr>
                        <a:t>GSRREEEE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56101285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 dirty="0">
                          <a:effectLst/>
                        </a:rPr>
                        <a:t>17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DKH</a:t>
                      </a:r>
                      <a:r>
                        <a:rPr lang="en-US" sz="500" u="none" strike="noStrike" dirty="0">
                          <a:effectLst/>
                        </a:rPr>
                        <a:t>SGSKKEEDD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242954138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DYTH</a:t>
                      </a:r>
                      <a:r>
                        <a:rPr lang="en-US" sz="500" u="none" strike="noStrike" dirty="0">
                          <a:effectLst/>
                        </a:rPr>
                        <a:t>SGSREED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160060381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DIE</a:t>
                      </a:r>
                      <a:r>
                        <a:rPr lang="en-US" sz="500" u="none" strike="noStrike" dirty="0">
                          <a:effectLst/>
                        </a:rPr>
                        <a:t>SGSKKEEEE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0806394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DIKE</a:t>
                      </a:r>
                      <a:r>
                        <a:rPr lang="en-US" sz="500" u="none" strike="noStrike" dirty="0">
                          <a:effectLst/>
                        </a:rPr>
                        <a:t>SGSKKEDEE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09066073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Motifs_at_C_Terminal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HHSGSR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EETGED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Great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6393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KEESGK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DREH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132163738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REESGGR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ETYD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3145370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REETGSK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DKIE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Great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96886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REETSR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ETGD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814011870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EExxED_ExxH (15+AA)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RSS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EEKIED</a:t>
                      </a:r>
                      <a:r>
                        <a:rPr lang="en-US" sz="500" u="none" strike="noStrike" dirty="0">
                          <a:effectLst/>
                        </a:rPr>
                        <a:t>TSG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EYTH</a:t>
                      </a:r>
                      <a:r>
                        <a:rPr lang="en-US" sz="500" u="none" strike="noStrike" dirty="0">
                          <a:effectLst/>
                        </a:rPr>
                        <a:t>TDE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30442283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KGE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EEREED</a:t>
                      </a:r>
                      <a:r>
                        <a:rPr lang="en-US" sz="500" u="none" strike="noStrike" dirty="0">
                          <a:effectLst/>
                        </a:rPr>
                        <a:t>TR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EKID</a:t>
                      </a:r>
                      <a:r>
                        <a:rPr lang="en-US" sz="500" u="none" strike="noStrike" dirty="0">
                          <a:effectLst/>
                        </a:rPr>
                        <a:t>TE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78853210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KA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EETYED</a:t>
                      </a:r>
                      <a:r>
                        <a:rPr lang="en-US" sz="500" u="none" strike="noStrike" dirty="0">
                          <a:effectLst/>
                        </a:rPr>
                        <a:t>ETA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DSDE</a:t>
                      </a:r>
                      <a:r>
                        <a:rPr lang="en-US" sz="500" u="none" strike="noStrike" dirty="0">
                          <a:effectLst/>
                        </a:rPr>
                        <a:t>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86639933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EETGED</a:t>
                      </a:r>
                      <a:r>
                        <a:rPr lang="en-US" sz="500" u="none" strike="noStrike" dirty="0">
                          <a:effectLst/>
                        </a:rPr>
                        <a:t>ED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DIKE</a:t>
                      </a:r>
                      <a:r>
                        <a:rPr lang="en-US" sz="500" u="none" strike="noStrike" dirty="0">
                          <a:effectLst/>
                        </a:rPr>
                        <a:t>DD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607599840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KTG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EETAED</a:t>
                      </a:r>
                      <a:r>
                        <a:rPr lang="en-US" sz="500" u="none" strike="noStrike" dirty="0">
                          <a:effectLst/>
                        </a:rPr>
                        <a:t>SG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DERE</a:t>
                      </a:r>
                      <a:r>
                        <a:rPr lang="en-US" sz="500" u="none" strike="noStrike" dirty="0">
                          <a:effectLst/>
                        </a:rPr>
                        <a:t>SE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6905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36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18BF30-56CE-5580-7313-CFCEE7437D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E22C1-1E8B-B674-D60A-9011F42B6C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103FFE-7200-1BCE-0D2B-5EAA17BAA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979068"/>
              </p:ext>
            </p:extLst>
          </p:nvPr>
        </p:nvGraphicFramePr>
        <p:xfrm>
          <a:off x="2268071" y="288133"/>
          <a:ext cx="4401671" cy="4310262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641705">
                  <a:extLst>
                    <a:ext uri="{9D8B030D-6E8A-4147-A177-3AD203B41FA5}">
                      <a16:colId xmlns:a16="http://schemas.microsoft.com/office/drawing/2014/main" val="439803494"/>
                    </a:ext>
                  </a:extLst>
                </a:gridCol>
                <a:gridCol w="713784">
                  <a:extLst>
                    <a:ext uri="{9D8B030D-6E8A-4147-A177-3AD203B41FA5}">
                      <a16:colId xmlns:a16="http://schemas.microsoft.com/office/drawing/2014/main" val="1157501949"/>
                    </a:ext>
                  </a:extLst>
                </a:gridCol>
                <a:gridCol w="1332398">
                  <a:extLst>
                    <a:ext uri="{9D8B030D-6E8A-4147-A177-3AD203B41FA5}">
                      <a16:colId xmlns:a16="http://schemas.microsoft.com/office/drawing/2014/main" val="644382379"/>
                    </a:ext>
                  </a:extLst>
                </a:gridCol>
                <a:gridCol w="713784">
                  <a:extLst>
                    <a:ext uri="{9D8B030D-6E8A-4147-A177-3AD203B41FA5}">
                      <a16:colId xmlns:a16="http://schemas.microsoft.com/office/drawing/2014/main" val="2160146769"/>
                    </a:ext>
                  </a:extLst>
                </a:gridCol>
              </a:tblGrid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Template_Design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Peptid</a:t>
                      </a:r>
                      <a:r>
                        <a:rPr lang="en-US" sz="1000" b="1" u="none" strike="noStrike" dirty="0">
                          <a:effectLst/>
                        </a:rPr>
                        <a:t> Nr.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 err="1">
                          <a:effectLst/>
                        </a:rPr>
                        <a:t>Peptide_Sequence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Activity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5564213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3AA_SPACERS_CENTER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EKH</a:t>
                      </a:r>
                      <a:r>
                        <a:rPr lang="en-US" sz="500" u="none" strike="noStrike" dirty="0">
                          <a:effectLst/>
                        </a:rPr>
                        <a:t>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EED</a:t>
                      </a:r>
                      <a:r>
                        <a:rPr lang="en-US" sz="500" u="none" strike="noStrike" dirty="0">
                          <a:effectLst/>
                        </a:rPr>
                        <a:t>SE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6350089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ETD</a:t>
                      </a:r>
                      <a:r>
                        <a:rPr lang="en-US" sz="500" u="none" strike="noStrike" dirty="0">
                          <a:effectLst/>
                        </a:rPr>
                        <a:t>SK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DIH</a:t>
                      </a:r>
                      <a:r>
                        <a:rPr lang="en-US" sz="500" u="none" strike="noStrike" dirty="0">
                          <a:effectLst/>
                        </a:rPr>
                        <a:t>GE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848602240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EGD</a:t>
                      </a:r>
                      <a:r>
                        <a:rPr lang="en-US" sz="500" u="none" strike="noStrike" dirty="0">
                          <a:effectLst/>
                        </a:rPr>
                        <a:t>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DAE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13444844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EID</a:t>
                      </a:r>
                      <a:r>
                        <a:rPr lang="en-US" sz="500" u="none" strike="noStrike" dirty="0">
                          <a:effectLst/>
                        </a:rPr>
                        <a:t>TK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DTE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62223492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DIE</a:t>
                      </a:r>
                      <a:r>
                        <a:rPr lang="en-US" sz="500" u="none" strike="noStrike" dirty="0">
                          <a:effectLst/>
                        </a:rPr>
                        <a:t>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EAH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24599176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4AA_SPACERS_CENTER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ERED</a:t>
                      </a:r>
                      <a:r>
                        <a:rPr lang="en-US" sz="500" u="none" strike="noStrike" dirty="0">
                          <a:effectLst/>
                        </a:rPr>
                        <a:t>SK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EKID</a:t>
                      </a:r>
                      <a:r>
                        <a:rPr lang="en-US" sz="500" u="none" strike="noStrike" dirty="0">
                          <a:effectLst/>
                        </a:rPr>
                        <a:t>GE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94854413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EIKH</a:t>
                      </a:r>
                      <a:r>
                        <a:rPr lang="en-US" sz="500" u="none" strike="noStrike" dirty="0">
                          <a:effectLst/>
                        </a:rPr>
                        <a:t>TR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DTAE</a:t>
                      </a:r>
                      <a:r>
                        <a:rPr lang="en-US" sz="500" u="none" strike="noStrike" dirty="0">
                          <a:effectLst/>
                        </a:rPr>
                        <a:t>GD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2302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DIKE</a:t>
                      </a:r>
                      <a:r>
                        <a:rPr lang="en-US" sz="500" u="none" strike="noStrike" dirty="0">
                          <a:effectLst/>
                        </a:rPr>
                        <a:t>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ERED</a:t>
                      </a:r>
                      <a:r>
                        <a:rPr lang="en-US" sz="500" u="none" strike="noStrike" dirty="0">
                          <a:effectLst/>
                        </a:rPr>
                        <a:t>AE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98006010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ERED</a:t>
                      </a:r>
                      <a:r>
                        <a:rPr lang="en-US" sz="500" u="none" strike="noStrike" dirty="0">
                          <a:effectLst/>
                        </a:rPr>
                        <a:t>SDTY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EGKE</a:t>
                      </a:r>
                      <a:r>
                        <a:rPr lang="en-US" sz="500" u="none" strike="noStrike" dirty="0">
                          <a:effectLst/>
                        </a:rPr>
                        <a:t>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745214607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DTAH</a:t>
                      </a:r>
                      <a:r>
                        <a:rPr lang="en-US" sz="500" u="none" strike="noStrike" dirty="0">
                          <a:effectLst/>
                        </a:rPr>
                        <a:t>EG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EERH</a:t>
                      </a:r>
                      <a:r>
                        <a:rPr lang="en-US" sz="500" u="none" strike="noStrike" dirty="0">
                          <a:effectLst/>
                        </a:rPr>
                        <a:t>GKE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486780"/>
                  </a:ext>
                </a:extLst>
              </a:tr>
              <a:tr h="1466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MOTIFS_center_DifferLength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KKGG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EETYED</a:t>
                      </a:r>
                      <a:r>
                        <a:rPr lang="en-US" sz="500" u="none" strike="noStrike" dirty="0">
                          <a:effectLst/>
                        </a:rPr>
                        <a:t>SEE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Okay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231741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KSGS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DTGH</a:t>
                      </a:r>
                      <a:r>
                        <a:rPr lang="en-US" sz="500" u="none" strike="noStrike" dirty="0">
                          <a:effectLst/>
                        </a:rPr>
                        <a:t>TED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21975549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RSGS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ETH</a:t>
                      </a:r>
                      <a:r>
                        <a:rPr lang="en-US" sz="500" u="none" strike="noStrike" dirty="0">
                          <a:effectLst/>
                        </a:rPr>
                        <a:t>SEE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85936321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KSGSR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ETGD</a:t>
                      </a:r>
                      <a:r>
                        <a:rPr lang="en-US" sz="500" u="none" strike="noStrike" dirty="0">
                          <a:effectLst/>
                        </a:rPr>
                        <a:t>AEE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159092911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RRG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EEREED</a:t>
                      </a:r>
                      <a:r>
                        <a:rPr lang="en-US" sz="500" u="none" strike="noStrike" dirty="0">
                          <a:effectLst/>
                        </a:rPr>
                        <a:t>TSDE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214776149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Motifs_at_N_Terminal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DTGE</a:t>
                      </a:r>
                      <a:r>
                        <a:rPr lang="en-US" sz="500" u="none" strike="noStrike" dirty="0">
                          <a:effectLst/>
                        </a:rPr>
                        <a:t>GSRREEEE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56101285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 dirty="0">
                          <a:effectLst/>
                        </a:rPr>
                        <a:t>17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DKH</a:t>
                      </a:r>
                      <a:r>
                        <a:rPr lang="en-US" sz="500" u="none" strike="noStrike" dirty="0">
                          <a:effectLst/>
                        </a:rPr>
                        <a:t>SGSKKEEDD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242954138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DYTH</a:t>
                      </a:r>
                      <a:r>
                        <a:rPr lang="en-US" sz="500" u="none" strike="noStrike" dirty="0">
                          <a:effectLst/>
                        </a:rPr>
                        <a:t>SGSREED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160060381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DIE</a:t>
                      </a:r>
                      <a:r>
                        <a:rPr lang="en-US" sz="500" u="none" strike="noStrike" dirty="0">
                          <a:effectLst/>
                        </a:rPr>
                        <a:t>SGSKKEEEE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210806394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DIKE</a:t>
                      </a:r>
                      <a:r>
                        <a:rPr lang="en-US" sz="500" u="none" strike="noStrike" dirty="0">
                          <a:effectLst/>
                        </a:rPr>
                        <a:t>SGSKKEDEE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09066073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Motifs_at_C_Terminal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HHSGSR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EETGED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Great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6393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KEESGK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DREH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132163738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REESGGR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ETYD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431453704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REETGSK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DKIE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Great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96886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REETSR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ETGD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814011870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EExxED_ExxH (15+AA)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RSS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EEKIED</a:t>
                      </a:r>
                      <a:r>
                        <a:rPr lang="en-US" sz="500" u="none" strike="noStrike" dirty="0">
                          <a:effectLst/>
                        </a:rPr>
                        <a:t>TSG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EYTH</a:t>
                      </a:r>
                      <a:r>
                        <a:rPr lang="en-US" sz="500" u="none" strike="noStrike" dirty="0">
                          <a:effectLst/>
                        </a:rPr>
                        <a:t>TDE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3304422832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KGE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EEREED</a:t>
                      </a:r>
                      <a:r>
                        <a:rPr lang="en-US" sz="500" u="none" strike="noStrike" dirty="0">
                          <a:effectLst/>
                        </a:rPr>
                        <a:t>TR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EKID</a:t>
                      </a:r>
                      <a:r>
                        <a:rPr lang="en-US" sz="500" u="none" strike="noStrike" dirty="0">
                          <a:effectLst/>
                        </a:rPr>
                        <a:t>TE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78853210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KA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EETYED</a:t>
                      </a:r>
                      <a:r>
                        <a:rPr lang="en-US" sz="500" u="none" strike="noStrike" dirty="0">
                          <a:effectLst/>
                        </a:rPr>
                        <a:t>ETA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DSDE</a:t>
                      </a:r>
                      <a:r>
                        <a:rPr lang="en-US" sz="500" u="none" strike="noStrike" dirty="0">
                          <a:effectLst/>
                        </a:rPr>
                        <a:t>EE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866399335"/>
                  </a:ext>
                </a:extLst>
              </a:tr>
              <a:tr h="1372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RGK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EETGED</a:t>
                      </a:r>
                      <a:r>
                        <a:rPr lang="en-US" sz="500" u="none" strike="noStrike" dirty="0">
                          <a:effectLst/>
                        </a:rPr>
                        <a:t>ED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DIKE</a:t>
                      </a:r>
                      <a:r>
                        <a:rPr lang="en-US" sz="500" u="none" strike="noStrike" dirty="0">
                          <a:effectLst/>
                        </a:rPr>
                        <a:t>DD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Bad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1607599840"/>
                  </a:ext>
                </a:extLst>
              </a:tr>
              <a:tr h="1419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KTG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EETAED</a:t>
                      </a:r>
                      <a:r>
                        <a:rPr lang="en-US" sz="500" u="none" strike="noStrike" dirty="0">
                          <a:effectLst/>
                        </a:rPr>
                        <a:t>SG</a:t>
                      </a:r>
                      <a:r>
                        <a:rPr lang="en-US" sz="5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DERE</a:t>
                      </a:r>
                      <a:r>
                        <a:rPr lang="en-US" sz="500" u="none" strike="noStrike" dirty="0">
                          <a:effectLst/>
                        </a:rPr>
                        <a:t>SE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Bad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72" marR="3172" marT="3172" marB="0" anchor="b"/>
                </a:tc>
                <a:extLst>
                  <a:ext uri="{0D108BD9-81ED-4DB2-BD59-A6C34878D82A}">
                    <a16:rowId xmlns:a16="http://schemas.microsoft.com/office/drawing/2014/main" val="6905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676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2D7F4B-0371-E77B-9A46-74BC084110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0C7AD-6CF7-D009-2EA1-507D09A4DF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270363-1A43-0AA8-B7CE-36AA9DEE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5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5D6AAF-AD62-C72F-2508-39AFFF1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95C603-E8B4-8E0B-650A-763B1211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D0627-3CF8-BBC2-51FB-6FCD7C98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22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336481-0D65-1139-9B85-C645BE4653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Bioscience -CONFIDENTIAL-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C24F9C-EDEB-63B3-26C3-31ABA065E8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413C03-D129-4B04-B289-283874789DC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1F56F6-377C-4CED-20C6-A08AEBB8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491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aff958d4-5f71-4e90-bfe1-a52ab6a9a6c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Henkel_Master_EN">
  <a:themeElements>
    <a:clrScheme name="Color_Henkel">
      <a:dk1>
        <a:sysClr val="windowText" lastClr="000000"/>
      </a:dk1>
      <a:lt1>
        <a:sysClr val="window" lastClr="FFFFFF"/>
      </a:lt1>
      <a:dk2>
        <a:srgbClr val="DED7D6"/>
      </a:dk2>
      <a:lt2>
        <a:srgbClr val="EFEBEA"/>
      </a:lt2>
      <a:accent1>
        <a:srgbClr val="E1000F"/>
      </a:accent1>
      <a:accent2>
        <a:srgbClr val="968282"/>
      </a:accent2>
      <a:accent3>
        <a:srgbClr val="56729F"/>
      </a:accent3>
      <a:accent4>
        <a:srgbClr val="BDCDDA"/>
      </a:accent4>
      <a:accent5>
        <a:srgbClr val="53846A"/>
      </a:accent5>
      <a:accent6>
        <a:srgbClr val="BFCFBE"/>
      </a:accent6>
      <a:hlink>
        <a:srgbClr val="000000"/>
      </a:hlink>
      <a:folHlink>
        <a:srgbClr val="000000"/>
      </a:folHlink>
    </a:clrScheme>
    <a:fontScheme name="Fonts Henkel 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80000" tIns="144000" rIns="180000" bIns="144000" rtlCol="0" anchor="t"/>
      <a:lstStyle>
        <a:defPPr algn="l">
          <a:defRPr sz="12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noAutofit/>
      </a:bodyPr>
      <a:lstStyle>
        <a:defPPr marL="162000" indent="-162000" algn="l" defTabSz="685800">
          <a:lnSpc>
            <a:spcPct val="114000"/>
          </a:lnSpc>
          <a:spcAft>
            <a:spcPts val="1200"/>
          </a:spcAft>
          <a:buClr>
            <a:schemeClr val="accent1"/>
          </a:buClr>
          <a:buSzPct val="100000"/>
          <a:buFont typeface="Wingdings" panose="05000000000000000000" pitchFamily="2" charset="2"/>
          <a:buChar char="§"/>
          <a:defRPr sz="12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Henkel PPT Template.pptx" id="{53EEE8EB-EB05-4128-A489-5074B0BCE927}" vid="{042B78F7-4D3D-495E-A87C-6229CE44AAFA}"/>
    </a:ext>
  </a:extLst>
</a:theme>
</file>

<file path=ppt/theme/theme2.xml><?xml version="1.0" encoding="utf-8"?>
<a:theme xmlns:a="http://schemas.openxmlformats.org/drawingml/2006/main" name="Office">
  <a:themeElements>
    <a:clrScheme name="Color_Henkel">
      <a:dk1>
        <a:sysClr val="windowText" lastClr="000000"/>
      </a:dk1>
      <a:lt1>
        <a:sysClr val="window" lastClr="FFFFFF"/>
      </a:lt1>
      <a:dk2>
        <a:srgbClr val="DED7D6"/>
      </a:dk2>
      <a:lt2>
        <a:srgbClr val="EFEBEA"/>
      </a:lt2>
      <a:accent1>
        <a:srgbClr val="E1000F"/>
      </a:accent1>
      <a:accent2>
        <a:srgbClr val="968282"/>
      </a:accent2>
      <a:accent3>
        <a:srgbClr val="56729F"/>
      </a:accent3>
      <a:accent4>
        <a:srgbClr val="BDCDDA"/>
      </a:accent4>
      <a:accent5>
        <a:srgbClr val="53846A"/>
      </a:accent5>
      <a:accent6>
        <a:srgbClr val="BFCFBE"/>
      </a:accent6>
      <a:hlink>
        <a:srgbClr val="000000"/>
      </a:hlink>
      <a:folHlink>
        <a:srgbClr val="000000"/>
      </a:folHlink>
    </a:clrScheme>
    <a:fontScheme name="Fonts_Henkel">
      <a:majorFont>
        <a:latin typeface="GT Flexa Rg"/>
        <a:ea typeface=""/>
        <a:cs typeface=""/>
      </a:majorFont>
      <a:minorFont>
        <a:latin typeface="GT Flex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Color_Henkel">
      <a:dk1>
        <a:sysClr val="windowText" lastClr="000000"/>
      </a:dk1>
      <a:lt1>
        <a:sysClr val="window" lastClr="FFFFFF"/>
      </a:lt1>
      <a:dk2>
        <a:srgbClr val="DED7D6"/>
      </a:dk2>
      <a:lt2>
        <a:srgbClr val="EFEBEA"/>
      </a:lt2>
      <a:accent1>
        <a:srgbClr val="E1000F"/>
      </a:accent1>
      <a:accent2>
        <a:srgbClr val="968282"/>
      </a:accent2>
      <a:accent3>
        <a:srgbClr val="56729F"/>
      </a:accent3>
      <a:accent4>
        <a:srgbClr val="BDCDDA"/>
      </a:accent4>
      <a:accent5>
        <a:srgbClr val="53846A"/>
      </a:accent5>
      <a:accent6>
        <a:srgbClr val="BFCFBE"/>
      </a:accent6>
      <a:hlink>
        <a:srgbClr val="000000"/>
      </a:hlink>
      <a:folHlink>
        <a:srgbClr val="000000"/>
      </a:folHlink>
    </a:clrScheme>
    <a:fontScheme name="Fonts_Henkel">
      <a:majorFont>
        <a:latin typeface="GT Flexa Rg"/>
        <a:ea typeface=""/>
        <a:cs typeface=""/>
      </a:majorFont>
      <a:minorFont>
        <a:latin typeface="GT Flex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AFF5D579648498FB3B0CB7792FC0F" ma:contentTypeVersion="19" ma:contentTypeDescription="Create a new document." ma:contentTypeScope="" ma:versionID="963fa2c9e1d0b84da3120996eaa63d27">
  <xsd:schema xmlns:xsd="http://www.w3.org/2001/XMLSchema" xmlns:xs="http://www.w3.org/2001/XMLSchema" xmlns:p="http://schemas.microsoft.com/office/2006/metadata/properties" xmlns:ns2="4b647d5e-f7bf-40c8-8173-2858b147d6fa" xmlns:ns3="35cc34c0-8a7c-49a4-9bf0-586e08dd1bd6" xmlns:ns4="ef406d6b-70e0-427c-b08d-4edfc77771aa" targetNamespace="http://schemas.microsoft.com/office/2006/metadata/properties" ma:root="true" ma:fieldsID="22f713ad58e205f90e1706a67aaa8243" ns2:_="" ns3:_="" ns4:_="">
    <xsd:import namespace="4b647d5e-f7bf-40c8-8173-2858b147d6fa"/>
    <xsd:import namespace="35cc34c0-8a7c-49a4-9bf0-586e08dd1bd6"/>
    <xsd:import namespace="ef406d6b-70e0-427c-b08d-4edfc77771a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647d5e-f7bf-40c8-8173-2858b147d6f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cc34c0-8a7c-49a4-9bf0-586e08dd1b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2f792e8-4dad-42c1-ad63-44982727bf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406d6b-70e0-427c-b08d-4edfc77771aa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5b544bfc-3c22-4091-9051-661106f3fd4f}" ma:internalName="TaxCatchAll" ma:showField="CatchAllData" ma:web="4b647d5e-f7bf-40c8-8173-2858b147d6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72f792e8-4dad-42c1-ad63-44982727bf4d" ContentTypeId="0x01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406d6b-70e0-427c-b08d-4edfc77771aa" xsi:nil="true"/>
    <lcf76f155ced4ddcb4097134ff3c332f xmlns="35cc34c0-8a7c-49a4-9bf0-586e08dd1bd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D70BB7-85A0-483C-8BD4-9C3E8ADC2D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647d5e-f7bf-40c8-8173-2858b147d6fa"/>
    <ds:schemaRef ds:uri="35cc34c0-8a7c-49a4-9bf0-586e08dd1bd6"/>
    <ds:schemaRef ds:uri="ef406d6b-70e0-427c-b08d-4edfc77771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CF7434-E26D-4085-9ED2-B86CC45AE7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16BC72-8BF2-437E-AAED-829A1B7442F7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5CC2817D-4C97-4B64-8971-3B82218F0E7C}">
  <ds:schemaRefs>
    <ds:schemaRef ds:uri="41cfcdc3-71d6-4f22-98da-a03455e31e1e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f6c43736-06a3-4b01-9241-d507a38380c5"/>
    <ds:schemaRef ds:uri="http://schemas.microsoft.com/office/infopath/2007/PartnerControls"/>
    <ds:schemaRef ds:uri="http://purl.org/dc/terms/"/>
    <ds:schemaRef ds:uri="http://purl.org/dc/elements/1.1/"/>
    <ds:schemaRef ds:uri="ef406d6b-70e0-427c-b08d-4edfc77771aa"/>
    <ds:schemaRef ds:uri="35cc34c0-8a7c-49a4-9bf0-586e08dd1bd6"/>
  </ds:schemaRefs>
</ds:datastoreItem>
</file>

<file path=docMetadata/LabelInfo.xml><?xml version="1.0" encoding="utf-8"?>
<clbl:labelList xmlns:clbl="http://schemas.microsoft.com/office/2020/mipLabelMetadata">
  <clbl:label id="{e8701075-0d9e-4ea1-991d-5a0d110a5d29}" enabled="0" method="" siteId="{e8701075-0d9e-4ea1-991d-5a0d110a5d2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Henkel PPT Template</Template>
  <TotalTime>564</TotalTime>
  <Words>675</Words>
  <Application>Microsoft Office PowerPoint</Application>
  <PresentationFormat>Custom</PresentationFormat>
  <Paragraphs>420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GT Flexa Rg</vt:lpstr>
      <vt:lpstr>Segoe UI</vt:lpstr>
      <vt:lpstr>Wingdings</vt:lpstr>
      <vt:lpstr>Henkel_Master_EN</vt:lpstr>
      <vt:lpstr>think-cell Folie</vt:lpstr>
      <vt:lpstr>Best in bleachable stains Bioscience projects</vt:lpstr>
      <vt:lpstr>Experimental Results of the Aurigene Peptides</vt:lpstr>
      <vt:lpstr>Test of 30 Aurigene Peptides</vt:lpstr>
      <vt:lpstr>Test of 30 Aurigene Peptides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in bleachable stains Bioscience projects</dc:title>
  <dc:creator>Fabian Falkenberg</dc:creator>
  <cp:lastModifiedBy>Thiliban Manivarma</cp:lastModifiedBy>
  <cp:revision>11</cp:revision>
  <dcterms:created xsi:type="dcterms:W3CDTF">2025-11-25T14:01:51Z</dcterms:created>
  <dcterms:modified xsi:type="dcterms:W3CDTF">2026-10-14T04:41:14Z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0x0101004D8AFF5D579648498FB3B0CB7792FC0F</vt:lpwstr>
  </property>
  <property fmtid="{D5CDD505-2E9C-101B-9397-08002B2CF9AE}" pid="3" name="MediaServiceImageTags">
    <vt:lpwstr/>
  </property>
</Properties>
</file>